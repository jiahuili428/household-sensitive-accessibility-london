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customXmlProps" Target="../customXml/itemProps69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E657119C-6982-421D-8BA7-E74DEB70A7D9-1" descr="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275" y="0"/>
            <a:ext cx="601345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E657119C-6982-421D-8BA7-E74DEB70A7D9-2" descr="w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110" y="0"/>
            <a:ext cx="712914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k5qWWxNa01sTWpKemFHOTNSM0pwWkNVeU1pVXpRWFJ5ZFdVbE1rTWxNakp5YVdOb1ZHVjRkQ1V5TWlVelFYUnlkV1VsTWtNbE1qSm9aV2xuYUhRbE1qSWxNMEV4TURBd0pUZEVKVEpESlRJeVpXeGxiV1Z1ZEhNbE1qSWxNMEVsTjBJbE1qSkNWRTFvY0ZKM1dGQk9NemM0T0RRekpUSXlKVE5CSlRkQ0pUSXlhV1FsTWpJbE0wRWxNakpDVkUxb2NGSjNXRkJPTXpjNE9EUXp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tUk5iMkZYUlUxcWVGSXdOREV6TWpjbE1qSWxOMFFsTWtNbE4wSWxNakp1WVcxbEpUSXlKVE5CSlRJeUpVVTFKVGt3SlRoRUpVVTNKVUUzSlVJd0pUSXlKVEpESlRJeWRIbHdaU1V5TWlVelFTVXlNbk4wY21sdVp5VXlNaVV5UXlVeU1uWmhiSFZsSlRJeUpUTkJKVEl5SlRJeUpUSkRKVEl5WTJGMFpXZHZjbmtsTWpJbE0wRWxNakprWldaaGRXeDBKVEl5SlRKREpUSXlhV1FsTWpJbE0wRWxNakphU2twdlUwcENSSFJTTVRRME5ESXh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RtVnZjSGQ1WlZCV1F6QTRPRFV5TlNVeU1pVTNSQ1V5UXlVM1FpVXlNbTVoYldVbE1qSWxNMEVsTWpJbFJUZ2xRa1lsT1VVbFJUWWxPRVVsUVRVbE1qSWxNa01sTWpKMGVYQmxKVEl5SlROQkpUSXliR2x1YXlVeU1pVXlReVV5TW5aaGJIVmxKVEl5SlROQkpUSXlKVEl5SlRKREpUSXlZMkYwWldkdmNua2xNaklsTTBFbE1qSmtaV1poZFd4MEpUSXlKVEpESlRJeWFXUWxNaklsTTBFbE1qSjJSbTl6YkhsdGQwUklOemswTmpFNEpUSXlKVGRFSlRKREpUZENKVEl5Ym1GdFpTVXlNaVV6UVNVeU1pVkZOQ1ZDUlNWQ1JpVkZOeVZCUXlWQ1FTVXlNaVV5UXlVeU1uUjVjR1VsTWpJbE0wRWxNakp6ZEhKcGJtY2xNaklsTWtNbE1qSjJZV3gxWlNVeU1pVXpRU1V5TWlVeU1pVXlReVV5TW1OaGRHVm5iM0o1SlRJeUpUTkJKVEl5WkdWbVlYVnNkQ1V5TWlVeVF5VXlNbWxrSlRJeUpUTkJKVEl5WjFGVllsQjJaRnBEU0RnMk9EVXlNU1V5TWlVM1JDVTFSQ1V5UXlVeU1uQnliM0J6SlRJeUpUTkJKVGRDSlRJeWVDVXlNaVV6UVRNM015VXlReVV5TW5rbE1qSWxNMEV4TURFbE1rTWxNakozSlRJeUpUTkJNVFE0SlRKREpUSXlhQ1V5TWlVelFUVTBKVEpESlRJeWVtbHVaR1Y0SlRJeUpUTkJNU1V5UXlVeU1tRnVaMnhsSlRJeUpUTkJNQ1UzUkNVeVF5VXlNbk5vWVhCbFUzUjViR1VsTWpJbE0wRWxOMElsTWpKaGJIQm9ZU1V5TWlVelFURWxOMFFsTWtNbE1qSnNhVzVsVTNSNWJHVWxNaklsTTBFbE4wSWxNakpzYVc1bFYybGtkR2dsTWpJbE0wRXhKVEpESlRJeWJHbHVaVU52Ykc5eUpUSXlKVE5CSlRJeU9UY2xNa001TnlVeVF6azNKVEl5SlRkRUpUSkRKVEl5Wm1sc2JGTjBlV3hsSlRJeUpUTkJKVGRDSlRJeVkyOXNiM0lsTWpJbE0wRWxNakl5TVRrbE1rTXlORFVsTWtNeU5EVWxNaklsTWtNbE1qSmtjbUYzVkhsd1pTVXlNaVV6UVNVeU1tNXZibVVsTWpJbE4wUWxNa01sTWpKMGFHVnRaU1V5TWlVelFTVTNRaVUzUkNVeVF5VXlNbkJoZEdnbE1qSWxNMEVsTlVJbE4wSWxNakpoWTNScGIyNXpKVEl5SlROQkpUVkNKVGRDSlRJeVlXTjBhVzl1SlRJeUpUTkJKVEl5Ylc5MlpTVXlNaVV5UXlVeU1uZ2xNaklsTTBFbE1qSXdKVEl5SlRKREpUSXllU1V5TWlVelFTVXlNakFsTWpJbE4wUWxNa01sTjBJbE1qSmhZM1JwYjI0bE1qSWxNMEVsTWpKc2FXNWxKVEl5SlRKREpUSXllQ1V5TWlVelFTVXlNbmNsTWpJbE1rTWxNako1SlRJeUpUTkJKVEl5TUNVeU1pVTNSQ1V5UXlVM1FpVXlNbUZqZEdsdmJpVXlNaVV6UVNVeU1teHBibVVsTWpJbE1rTWxNako0SlRJeUpUTkJKVEl5ZHlVeU1pVXlReVV5TW5rbE1qSWxNMEVsTWpKb0pUSXlKVGRFSlRKREpUZENKVEl5WVdOMGFXOXVKVEl5SlROQkpUSXliR2x1WlNVeU1pVXlReVV5TW5nbE1qSWxNMEVsTWpJd0pUSXlKVEpESlRJeWVTVXlNaVV6UVNVeU1tZ2xNaklsTjBRbE1rTWxOMElsTWpKaFkzUnBiMjRsTWpJbE0wRWxNakpqYkc5elpTVXlNaVUzUkNVMVJDVTNSQ1UxUkNVeVF5VXlNbVp2Ym5SVGRIbHNaU1V5TWlVelFTVTNRaVV5TW1admJuUkdZVzFwYkhrbE1qSWxNMEVsTWpKQmNtbGhiQ1V5TWlVeVF5VXlNbk5wZW1VbE1qSWxNMEV4TkNVM1JDVXlReVV5TW5SbGVIUkNiRzlqYXlVeU1pVXpRU1UxUWlVM1FpVXlNbkJ2YzJsMGFXOXVKVEl5SlROQkpUZENKVEl5ZUNVeU1pVXpRVEV3SlRKREpUSXllU1V5TWlVelFUQWxNa01sTWpKM0pUSXlKVE5CSlRJeWR5MHlNQ1V5TWlVeVF5VXlNbWdsTWpJbE0wRWxNakpvSlRJeUpUZEVKVEpESlRJeWRHVjRkQ1V5TWlVelFTVXlNazF2WW1sc2FYUjVKVEl3YjJZbE1qQkRZWEps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hbEZFU25aTVkzQlBjVE00TmprMk15VXlNaVV6UVNVM1FpVXlNbWxrSlRJeUpUTkJKVEl5YWxGRVNuWk1ZM0JQY1RNNE5qazJNeV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ldVazE2UmxGMFVFUlNOekF6TXpVMUpUSXlKVGRFSlRKREpUZENKVEl5Ym1GdFpTVXlNaVV6UVNVeU1pVkZOU1U1TUNVNFJDVkZOeVZCTnlWQ01DVXlNaVV5UXlVeU1uUjVjR1VsTWpJbE0wRWxNakp6ZEhKcGJtY2xNaklsTWtNbE1qSjJZV3gxWlNVeU1pVXpRU1V5TWlVeU1pVXlReVV5TW1OaGRHVm5iM0o1SlRJeUpUTkJKVEl5WkdWbVlYVnNkQ1V5TWlVeVF5VXlNbWxrSlRJeUpUTkJKVEl5VTFaWlYwTm9TMGhWZURRNE16a3pOaV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uQklTRlJRUkdWT1ZGSXdNVGt4TVRNbE1qSWxOMFFsTWtNbE4wSWxNakp1WVcxbEpUSXlKVE5CSlRJeUpVVTRKVUpHSlRsRkpVVTJKVGhGSlVFMUpUSXlKVEpESlRJeWRIbHdaU1V5TWlVelFTVXlNbXhwYm1zbE1qSWxNa01sTWpKMllXeDFaU1V5TWlVelFTVXlNaVV5TWlVeVF5VXlNbU5oZEdWbmIzSjVKVEl5SlROQkpUSXlaR1ZtWVhWc2RDVXlNaVV5UXlVeU1tbGtKVEl5SlROQkpUSXlaVWhOVkdOVVlWWkJiemc1TVRZME5DVXlNaVUzUkNVeVF5VTNRaVV5TW01aGJXVWxNaklsTTBFbE1qSWxSVFFsUWtVbFFrWWxSVGNsUVVNbFFrRWxNaklsTWtNbE1qSjBlWEJsSlRJeUpUTkJKVEl5YzNSeWFXNW5KVEl5SlRKREpUSXlkbUZzZFdVbE1qSWxNMEVsTWpJbE1qSWxNa01sTWpKallYUmxaMjl5ZVNVeU1pVXpRU1V5TW1SbFptRjFiSFFsTWpJbE1rTWxNakpwWkNVeU1pVXpRU1V5TW5adGIyWk5TRzlhV0hJNU56Z3dNRGdsTWpJbE4wUWxOVVFsTWtNbE1qSndjbTl3Y3lVeU1pVXpRU1UzUWlVeU1uZ2xNaklsTTBFMU5EZ3VOU1V5UXlVeU1ua2xNaklsTTBFeE1ERWxNa01sTWpKM0pUSXlKVE5CTVRRM0xqVWxNa01sTWpKb0pUSXlKVE5CTlRRbE1rTWxNako2YVc1a1pYZ2xNaklsTTBFeUpUSkRKVEl5WVc1bmJHVWxNaklsTTBFd0pUZEVKVEpESlRJeWMyaGhjR1ZUZEhsc1pTVXlNaVV6UVNVM1FpVXlNbUZzY0doaEpUSXlKVE5CTVNVM1JDVXlReVV5TW14cGJtVlRkSGxzWlNVeU1pVXpRU1UzUWlVeU1teHBibVZYYVdSMGFDVXlNaVV6UVRFbE1rTWxNakpzYVc1bFEyOXNiM0lsTWpJbE0wRWxNakk1TnlVeVF6azNKVEpET1RjbE1qSWxOMFFsTWtNbE1qSm1hV3hzVTNSNWJHVWxNaklsTTBFbE4wSWxNakpqYjJ4dmNpVXlNaVV6UVNVeU1qSXhPU1V5UXpJME5TVXlRekkwTlNVeU1pVXlReVV5TW1SeVlYZFVlWEJsSlRJeUpUTkJKVEl5Ym05dVpTVXlN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abTl1ZEVaaGJXbHNlU1V5TWlVelFTVXlNa0Z5YVdGc0pUSXlKVEpESlRJeWMybDZaU1V5TWlVelFURTBKVGRFSlRKREpUSXlkR1Y0ZEVKc2IyTnJKVEl5SlROQkpUVkNKVGRDSlRJeWNHOXphWFJwYjI0bE1qSWxNMEVsTjBJbE1qSjRKVEl5SlROQk1UQWxNa01sTWpKNUpUSXlKVE5CTUNVeVF5VXlNbmNsTWpJbE0wRWxNakozTFRJd0pUSXlKVEpESlRJeWFDVXlNaVV6UVNVeU1tZ2xNaklsTjBRbE1rTWxNakowWlhoMEpUSXlKVE5CSlRJeVZISmhibk53YjNKMEpUSXdTblZ6ZEdsalp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M1JDVXlReVV5TW5sQlIweHNVRzk2YjJ3MU1qVXhOamdsTWpJbE0wRWxOMElsTWpKcFpDVXlNaVV6UVNVeU1ubEJSMHhzVUc5NmIydzFNalV4TmpnbE1qSWxNa01sTWpKdVlXMWxKVEl5SlROQkpUSXljbVZqZEdGdVoyeGxKVEl5SlRKREpUSXlkR2wwYkdVbE1qSWxNMEVsTWpJbFJUY2xPVVlsUVRrbFJUVWxRa1FsUVRJbE1qSWxNa01sTWpKallYUmxaMjl5ZVNVeU1pVXpRU1V5TW1KaGMybGpKVEl5SlRKREpUSXlaM0p2ZFhBbE1qSWxNMEVsTWpJbE1qSWxNa01sTWpKbmNtOTFjRTVoYldVbE1qSWxNMEZ1ZFd4c0pUSkRKVEl5Ykc5amEyVmtKVEl5SlROQlptRnNjMlVsTWtNbE1qSnNhVzVySlRJeUpUTkJKVEl5SlRJeUpUSkRKVEl5WTJocGJHUnlaVzRsTWpJbE0wRWxOVUlsTlVRbE1rTWxNakp3WVhKbGJuUWxNaklsTTBFbE1qSWxNaklsTWtNbE1qSnlaWE5wZW1WRWFYSWxNaklsTTBFbE5VSWxNakowYkNVeU1pVXlReVV5TW5SeUpUSXlKVEpESlRJeVluSWxNaklsTWtNbE1qSmliQ1V5TWlVeVF5VXlNbXdsTWpJbE1rTWxNakowSlRJeUpUSkRKVEl5Y2lVeU1pVXlReVV5TW1JbE1qSWxOVVFsTWtNbE1qSmhkSFJ5YVdKMWRHVWxNaklsTTBFbE4wSWxNakpqYjI1MFlXbHVaWElsTWpJbE0wRm1ZV3h6WlNVeVF5VXlNblpwYzJsaWJHVWxNaklsTTBGMGNuVmxKVEpESlRJeWNtOTBZWFJoWW14bEpUSXlKVE5CZEhKMVpTVXlReVV5TW14cGJtdGhZbXhsSlRJeUpUTkJkSEoxWlNVeVF5VXlNbU52Ykd4aGNITmhZbXhsSlRJeUpUTkJabUZzYzJVbE1rTWxNakpqYjJ4c1lYQnpaV1FsTWpJbE0wRm1ZV3h6WlNVeVF5VXlNbVpwZUdWa1RHbHVheVV5TWlVelFXWmhiSE5sSlRKREpUSXliV0Z5YTJWeVQyWm1jMlYwSlRJeUpUTkJOU1UzUkNVeVF5VXlNbVJoZEdGQmRIUnlhV0oxZEdWekpUSXlKVE5CSlRWQ0pUZENKVEl5Ym1GdFpTVXlNaVV6UVNVeU1pVkZOU1ZDUVNVNFJpVkZOU1U0UmlWQ055VXlNaVV5UXlVeU1uUjVjR1VsTWpJbE0wRWxNakp1ZFcxaVpYSWxNaklsTWtNbE1qSjJZV3gxWlNVeU1pVXpRU1V5TWlVeU1pVXlReVV5TW1OaGRHVm5iM0o1SlRJeUpUTkJKVEl5WkdWbVlYVnNkQ1V5TWlVeVF5VXlNbWxrSlRJeUpUTkJKVEl5Y2xsaWRFdFdhVzFKVmpnNU1EYzBOU1V5TWlVM1JDVXlReVUzUWlVeU1tNWhiV1VsTWpJbE0wRWxNaklsUlRVbE9UQWxPRVFsUlRjbFFUY2xRakFsTWpJbE1rTWxNakowZVhCbEpUSXlKVE5CSlRJeWMzUnlhVzVuSlRJeUpUSkRKVEl5ZG1Gc2RXVWxNaklsTTBFbE1qSWxNaklsTWtNbE1qSmpZWFJsWjI5eWVTVXlNaVV6UVNVeU1tUmxabUYxYkhRbE1qSWxNa01sTWpKcFpDVXlNaVV6UVNVeU1sUm9hVWhvWW5KUmFVTTRPREV6TXpFbE1qSWxOMFFsTWtNbE4wSWxNakp1WVcxbEpUSXlKVE5CSlRJeUpVVTJKVGc1SlRnd0pVVTJKVGxESlRnNUpVVTRKVGd3SlRnMUpUSXlKVEpESlRJeWRIbHdaU1V5TWlVelFTVXlNbk4wY21sdVp5VXlNaVV5UXlVeU1uWmhiSFZsSlRJeUpUTkJKVEl5SlRJeUpUSkRKVEl5WTJGMFpXZHZjbmtsTWpJbE0wRWxNakprWldaaGRXeDBKVEl5SlRKREpUSXlhV1FsTWpJbE0wRWxNakpyVG01MGRrTnlXR05WTXpJeU9UUTVKVEl5SlRkRUpUSkRKVGRDSlRJeWJtRnRaU1V5TWlVelFTVXlNaVZGT0NWQ1JpVTVSU1ZGTmlVNFJTVkJOU1V5TWlVeVF5VXlNblI1Y0dVbE1qSWxNMEVsTWpKc2FXNXJKVEl5SlRKREpUSXlkbUZzZFdVbE1qSWxNMEVsTWpJbE1qSWxNa01sTWpKallYUmxaMjl5ZVNVeU1pVXpRU1V5TW1SbFptRjFiSFFsTWpJbE1rTWxNakpwWkNVeU1pVXpRU1V5TW1kelJGVnRRM2hrYldRME1qZ3lNekVsTWpJbE4wUWxNa01sTjBJbE1qSnVZVzFsSlRJeUpUTkJKVEl5SlVVMEpVSkZKVUpHSlVVM0pVRkRKVUpCSlRJeUpUSkRKVEl5ZEhsd1pTVXlNaVV6UVNVeU1uTjBjbWx1WnlVeU1pVXlReVV5TW5aaGJIVmxKVEl5SlROQkpUSXlKVEl5SlRKREpUSXlZMkYwWldkdmNua2xNaklsTTBFbE1qSmtaV1poZFd4MEpUSXlKVEpESlRJeWFXUWxNaklsTTBFbE1qSmhTbWxEUlhKbFRtUkZPVGswTWpBNEpUSXlKVGRFSlRWRUpUSkRKVEl5Y0hKdmNITWxNaklsTTBFbE4wSWxNako0SlRJeUpUTkJOekl6TGpVbE1rTWxNako1SlRJeUpUTkJNVEF4SlRKREpUSXlkeVV5TWlVelFURTBPQ1V5UXlVeU1tZ2xNaklsTTBFMU5DVXlReVV5TW5wcGJtUmxlQ1V5TWlVelFUUWxNa01sTWpKaGJtZHNaU1V5TWlVelFUQWxOMFFsTWtNbE1qSnphR0Z3WlZOMGVXeGxKVEl5SlROQkpUZENKVEl5WVd4d2FHRWxNaklsTTBFeEpUZEVKVEpESlRJeWJHbHVaVk4wZVd4bEpUSXlKVE5CSlRkQ0pUSXliR2x1WlZkcFpIUm9KVEl5SlROQk1TVXlReVV5TW14cGJtVkRiMnh2Y2lVeU1pVXpRU1V5TWprM0pUSkRPVGNsTWtNNU55VXlNaVUzUkNVeVF5VXlNbVpwYkd4VGRIbHNaU1V5TWlVelFTVTNRaVV5TW1OdmJHOXlKVEl5SlROQkpUSXlNakU1SlRKRE1qUTFKVEpETWpRMUpUSXlKVEpESlRJeVpISmhkMVI1Y0dVbE1qSWxNMEVsTWpKdWIyNWxKVEl5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ptYjI1MFJtRnRhV3g1SlRJeUpUTkJKVEl5UVhKcFlXd2xNaklsTWtNbE1qSnphWHBsSlRJeUpUTkJNVFFsTjBRbE1rTWxNakowWlhoMFFteHZZMnNsTWpJbE0wRWxOVUlsTjBJbE1qSndiM05wZEdsdmJpVXlNaVV6UVNVM1FpVXlNbmdsTWpJbE0wRXhNQ1V5UXlVeU1ua2xNaklsTTBFd0pUSkRKVEl5ZHlVeU1pVXpRU1V5TW5jdE1qQWxNaklsTWtNbE1qSm9KVEl5SlROQkpUSXlhQ1V5TWlVM1JDVXlReVV5TW5SbGVIUWxNaklsTTBFbE1qSkRZWEJoWW1sc2FYUjVKVEl3UVhCd2NtOWhZMmd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mlTa3RSWVVWMGFXVmtOelEzTlRNMEpUSXlKVE5CSlRkQ0pUSXlhV1FsTWpJbE0wRWxNakppU2t0UllVVjBhV1ZrTnpRM05UTTB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cERTVXR4ZFV0b2VuRTNNVFU1TXprbE1qSWxOMFFsTWtNbE4wSWxNakp1WVcxbEpUSXlKVE5CSlRJeUpVVTFKVGt3SlRoRUpVVTNKVUUzSlVJd0pUSXlKVEpESlRJeWRIbHdaU1V5TWlVelFTVXlNbk4wY21sdVp5VXlNaVV5UXlVeU1uWmhiSFZsSlRJeUpUTkJKVEl5SlRJeUpUSkRKVEl5WTJGMFpXZHZjbmtsTWpJbE0wRWxNakprWldaaGRXeDBKVEl5SlRKREpUSXlhV1FsTWpJbE0wRWxNakpIZUdsdmEyeFNWMkYyTVRNeE1EWXh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VRrTndUbGxKWkhaaFVUQTVOVFl4TXlVeU1pVTNSQ1V5UXlVM1FpVXlNbTVoYldVbE1qSWxNMEVsTWpJbFJUZ2xRa1lsT1VVbFJUWWxPRVVsUVRVbE1qSWxNa01sTWpKMGVYQmxKVEl5SlROQkpUSXliR2x1YXlVeU1pVXlReVV5TW5aaGJIVmxKVEl5SlROQkpUSXlKVEl5SlRKREpUSXlZMkYwWldkdmNua2xNaklsTTBFbE1qSmtaV1poZFd4MEpUSXlKVEpESlRJeWFXUWxNaklsTTBFbE1qSjBUMEZRVDBselNGQnpNVGN3TWpnekpUSXlKVGRFSlRKREpUZENKVEl5Ym1GdFpTVXlNaVV6UVNVeU1pVkZOQ1ZDUlNWQ1JpVkZOeVZCUXlWQ1FTVXlNaVV5UXlVeU1uUjVjR1VsTWpJbE0wRWxNakp6ZEhKcGJtY2xNaklsTWtNbE1qSjJZV3gxWlNVeU1pVXpRU1V5TWlVeU1pVXlReVV5TW1OaGRHVm5iM0o1SlRJeUpUTkJKVEl5WkdWbVlYVnNkQ1V5TWlVeVF5VXlNbWxrSlRJeUpUTkJKVEl5Wm5kTlUySjZWbk5IUlRnd05UVTRNU1V5TWlVM1JDVTFSQ1V5UXlVeU1uQnliM0J6SlRJeUpUTkJKVGRDSlRJeWVDVXlNaVV6UVRRek5TNDFPRE16TXprMk9URXhOakl4SlRKREpUSXllU1V5TWlVelFUSXhNeVV5UXlVeU1uY2xNaklsTTBFek56TXVNek16TXpJd05qRTNOamMxT0NVeVF5VXlNbWdsTWpJbE0wRTFOQ1V5UXlVeU1ucHBibVJsZUNVeU1pVXpRVFVsTWtNbE1qSmhibWRzWlNVeU1pVXpRVEFsTjBRbE1rTWxNakp6YUdGd1pWTjBlV3hsSlRJeUpUTkJKVGRDSlRJeVlXeHdhR0VsTWpJbE0wRXhKVGRFSlRKREpUSXliR2x1WlZOMGVXeGxKVEl5SlROQkpUZENKVEl5YkdsdVpWZHBaSFJvSlRJeUpUTkJNU1V5UXlVeU1teHBibVZEYjJ4dmNpVXlNaVV6UVNVeU1qazNKVEpET1RjbE1rTTVOeVV5TWlVM1JDVXlReVV5TW1acGJHeFRkSGxzWlNVeU1pVXpRU1UzUWlVeU1tTnZiRzl5SlRJeUpUTkJKVEl5TWpVeUpUSkRNalE1SlRKRE1qTTBKVEl5SlRKREpUSXlaSEpoZDFSNWNHVWxNaklsTTBFbE1qSnViMjVsSlRJeU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bWIyNTBSbUZ0YVd4NUpUSXlKVE5CSlRJeVFYSnBZV3dsTWpJbE1rTWxNakp6YVhwbEpUSXlKVE5CTVRRbE4wUWxNa01sTWpKMFpYaDBRbXh2WTJzbE1qSWxNMEVsTlVJbE4wSWxNakp3YjNOcGRHbHZiaVV5TWlVelFTVTNRaVV5TW5nbE1qSWxNMEV4TUNVeVF5VXlNbmtsTWpJbE0wRXdKVEpESlRJeWR5VXlNaVV6UVNVeU1uY3RNakFsTWpJbE1rTWxNakpvSlRJeUpUTkJKVEl5YUNVeU1pVTNSQ1V5UXlVeU1uUmxlSFFsTWpJbE0wRWxNakpRY205NGFXMXBkSGtsTWpCcGN5VXlNRzV2ZENVeU1HVnViM1ZuYUNVelEyUnBkaVV6UlNVeU5tNWljM0FsTTBKT1pXVmtKVEpESlRJd1kyRndZV0pwYkdsMGVTVXlNR0Z1WkNVeU1HTmhjbVVsTWpCeWIyeGxjeVV5TUhOb1lYQmxKVEl3Y21WaGJDVXlNR0ZqWTJWemMybGlhV3hwZEhrbE0wTWxNa1prYVhZbE0wV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SFkzcHhWRlJQYW1aRU5UTXhOakkzSlRJeUpUTkJKVGRDSlRJeWFXUWxNaklsTTBFbE1qSkhZM3B4VkZSUGFtWkVOVE14TmpJM0pUSXlKVEpESlRJeWJtRnRaU1V5TWlVelFTVXlNbXhwYm10bGNpVXlNaVV5UXlVeU1uUmxlSFFsTWpJbE0wRWxNaklsTWpJbE1rTWxNakpuY205MWNDVXlNaVV6UVNVeU1pVXlNaVV5UXlVeU1teHBibXRsY2xSNWNHVWxNaklsTTBFbE1qSmljbTlyWlc0bE1qSWxNa01sTWpKd2IybHVkSE1sTWpJbE0wRWxOVUlsTjBJbE1qSjRKVEl5SlROQk5EUTNKVEpESlRJeWVTVXlNaVV6UVRFNE5DVTNSQ1V5UXlVM1FpVXlNbmdsTWpJbE0wRTJNakl1TWpVbE1rTWxNako1SlRJeUpUTkJNVGcwSlRkRUpUVkVKVEpESlRJeWJHOWphMlZrSlRJeUpUTkJabUZzYzJVbE1rTWxNakprWVhSaFFYUjBjbWxpZFhSbGN5VXlNaVV6UVNVMVFpVTFSQ1V5UXlVeU1uQnliM0J6SlRJeUpUTkJKVGRDSlRJeWVtbHVaR1Y0SlRJeUpUTkJOaVUzUkNVeVF5VXlNbXhwYm1WVGRIbHNaU1V5TWlVelFTVTNRaVV5TW14cGJtVlhhV1IwYUNVeU1pVXpRVEVsTWtNbE1qSnNhVzVsUTI5c2IzSWxNaklsTTBFbE1qSTVOeVV5UXprM0pUSkRPVGNsTWpJbE4wUWxNa01sTWpKbWNtOXRKVEl5SlROQkpUZENKVEl5ZUNVeU1pVXpRVFEwTnlVeVF5VXlNbmtsTWpJbE0wRXhOVFVsTWtNbE1qSmhibWRzWlNVeU1pVXpRVFF1TnpFeU16ZzRPVGd3TXpnME5qa2xNa01sTWpKcFpDVXlNaVV6UVNVeU1rSlVUV2h3VW5kWVVFNHpOemc0TkRNbE1qSWxOMFFsTWtNbE1qSjBieVV5TWlVelFTVTNRaVV5TW1sa0pUSXlKVE5CSlRJeVlrcExVV0ZGZEdsbFpEYzBOelV6TkNVeU1pVXlReVV5TW5nbE1qSWxNMEUyTWpJdU1qVWxNa01sTWpKNUpUSXlKVE5CTWpFekpUSkRKVEl5WVc1bmJHVWxNaklsTTBFeExqVTNNRGM1TmpNeU5qYzVORGc1TnlVM1JDVXlReVV5TW5SbGVIUkNiRzlqYXlVeU1pVXpRU1UxUWlVMVJDVXlReVV5TW1admJuUlRkSGxzWlNVeU1pVXpRU1UzUWlVeU1tWnZiblJHWVcxcGJIa2xNaklsTTBFbE1qSkJjbWxoYkNVeU1pVXlReVV5TW5OcGVtVWxNaklsTTBFeE5DVTNSQ1UzUkNVeVF5VXlNbk52VTNodmFsSk1kMjQ1T0Rrek1USWxNaklsTTBFbE4wSWxNakpwWkNVeU1pVXpRU1V5TW5OdlUzaHZhbEpNZDI0NU9Ea3pNVElsTWpJbE1rTWxNakp1WVcxbEpUSXlKVE5CSlRJeWJHbHVhMlZ5SlRJeUpUSkRKVEl5ZEdWNGRDVXlNaVV6UVNVeU1pVXlNaVV5UXlVeU1tZHliM1Z3SlRJeUpUTkJKVEl5SlRJeUpUSkRKVEl5YkdsdWEyVnlWSGx3WlNVeU1pVXpRU1V5TW1KeWIydGxiaVV5TWlVeVF5VXlNbkJ2YVc1MGN5VXlNaVV6UVNVMVFpVTNRaVV5TW5nbE1qSWxNMEUyTWpJdU1qVWxNa01sTWpKNUpUSXlKVE5CTVRnMEpUZEVKVEpESlRkQ0pUSXllQ1V5TWlVelFUWXlNaTR5TlNVeVF5VXlNbmtsTWpJbE0wRXhPRFFsTjBRbE5VUWxNa01sTWpKc2IyTnJaV1FsTWpJbE0wRm1ZV3h6WlNVeVF5VXlNbVJoZEdGQmRIUnlhV0oxZEdWekpUSXlKVE5CSlRWQ0pUVkVKVEpESlRJeWNISnZjSE1sTWpJbE0wRWxOMElsTWpKNmFXNWtaWGdsTWpJbE0wRTNKVGRFSlRKREpUSXliR2x1WlZOMGVXeGxKVEl5SlROQkpUZENKVEl5YkdsdVpWZHBaSFJvSlRJeUpUTkJNU1V5UXlVeU1teHBibVZEYjJ4dmNpVXlNaVV6UVNVeU1qazNKVEpET1RjbE1rTTVOeVV5TWlVM1JDVXlReVV5TW1aeWIyMGxNaklsTTBFbE4wSWxNako0SlRJeUpUTkJOakl5TGpJMUpUSkRKVEl5ZVNVeU1pVXpRVEUxTlNVeVF5VXlNbUZ1WjJ4bEpUSXlKVE5CTkM0M01USXpPRGc1T0RBek9EUTJPU1V5UXlVeU1tbGtKVEl5SlROQkpUSXlhbEZFU25aTVkzQlBjVE00TmprMk15VXlNaVUzUkNVeVF5VXlNblJ2SlRJeUpUTkJKVGRDSlRJeWFXUWxNaklsTTBFbE1qSmlTa3RSWVVWMGFXVmtOelEzTlRNMEpUSXlKVEpESlRJeWVDVXlNaVV6UVRZeU1pNHlOU1V5UXlVeU1ua2xNaklsTTBFeU1UTWxNa01sTWpKaGJtZHNaU1V5TWlVelFURXVOVGN3TnprMk16STJOemswT0RrM0pUZEVKVEpESlRJeWRHVjRkRUpzYjJOckpUSXlKVE5CSlRWQ0pUVkVKVEpESlRJeVptOXVkRk4wZVd4bEpUSXlKVE5CSlRkQ0pUSXlabTl1ZEVaaGJXbHNlU1V5TWlVelFTVXlNa0Z5YVdGc0pUSXlKVEpESlRJeWMybDZaU1V5TWlVelFURTBKVGRFSlRkRUpUSkRKVEl5UVZsSWJreHdjMFZpVERrMk1qSTVNQ1V5TWlVelFTVTNRaVV5TW1sa0pUSXlKVE5CSlRJeVFWbElia3h3YzBWaVREazJNakk1TUNVeU1pVXlReVV5TW01aGJXVWxNaklsTTBFbE1qSnNhVzVyWlhJbE1qSWxNa01sTWpKMFpYaDBKVEl5SlROQkpUSXlKVEl5SlRKREpUSXlaM0p2ZFhBbE1qSWxNMEVsTWpJbE1qSWxNa01sTWpKc2FXNXJaWEpVZVhCbEpUSXlKVE5CSlRJeVluSnZhMlZ1SlRJeUpUSkRKVEl5Y0c5cGJuUnpKVEl5SlROQkpUVkNKVGRDSlRJeWVDVXlNaVV6UVRjNU55NDFKVEpESlRJeWVTVXlNaVV6UVRFNE5DVTNSQ1V5UXlVM1FpVXlNbmdsTWpJbE0wRTJNakl1TWpVbE1rTWxNako1SlRJeUpUTkJNVGcwSlRkRUpUVkVKVEpESlRJeWJHOWphMlZrSlRJeUpUTkJabUZzYzJVbE1rTWxNakprWVhSaFFYUjBjbWxpZFhSbGN5VXlNaVV6UVNVMVFpVTFSQ1V5UXlVeU1uQnliM0J6SlRJeUpUTkJKVGRDSlRJeWVtbHVaR1Y0SlRJeUpUTkJPQ1UzUkNVeVF5VXlNbXhwYm1WVGRIbHNaU1V5TWlVelFTVTNRaVV5TW14cGJtVlhhV1IwYUNVeU1pVXpRVEVsTWtNbE1qSnNhVzVsUTI5c2IzSWxNaklsTTBFbE1qSTVOeVV5UXprM0pUSkRPVGNsTWpJbE4wUWxNa01sTWpKbWNtOXRKVEl5SlROQkpUZENKVEl5ZUNVeU1pVXpRVGM1Tnk0MUpUSkRKVEl5ZVNVeU1pVXpRVEUxTlNVeVF5VXlNbUZ1WjJ4bEpUSXlKVE5CTkM0M01USXpPRGc1T0RBek9EUTJPU1V5UXlVeU1tbGtKVEl5SlROQkpUSXllVUZIVEd4UWIzcHZiRFV5TlRFMk9DVXlNaVUzUkNVeVF5VXlNblJ2SlRJeUpUTkJKVGRDSlRJeWFXUWxNaklsTTBFbE1qSmlTa3RSWVVWMGFXVmtOelEzTlRNMEpUSXlKVEpESlRJeWVDVXlNaVV6UVRZeU1pNHlOU1V5UXlVeU1ua2xNaklsTTBFeU1UTWxNa01sTWpKaGJtZHNaU1V5TWlVelFURXVOVGN3TnprMk16STJOemswT0RrM0pUZEVKVEpESlRJeWRHVjRkRUpzYjJOckpUSXlKVE5CSlRWQ0pUVkVKVEpESlRJeVptOXVkRk4wZVd4bEpUSXlKVE5CSlRkQ0pUSXlabTl1ZEVaaGJXbHNlU1V5TWlVelFTVXlNa0Z5YVdGc0pUSXlKVEpESlRJeWMybDZaU1V5TWlVelFURTBKVGRFSlRkRUpUSkRKVEl5VEd4WlZsVkRjR0ppZWpNeE9EWTJOaVV5TWlVelFTVTNRaVV5TW1sa0pUSXlKVE5CSlRJeVRHeFpWbFZEY0dKaWVqTXhPRFkyTml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ozVmtkQ1dYSlNZVk50TURZMk1EazRKVEl5SlRkRUpUSkRKVGRDSlRJeWJtRnRaU1V5TWlVelFTVXlNaVZGTlNVNU1DVTRSQ1ZGTnlWQk55VkNNQ1V5TWlVeVF5VXlNblI1Y0dVbE1qSWxNMEVsTWpKemRISnBibWNsTWpJbE1rTWxNakoyWVd4MVpTVXlNaVV6UVNVeU1pVXlNaVV5UXlVeU1tTmhkR1ZuYjNKNUpUSXlKVE5CSlRJeVpHVm1ZWFZzZENVeU1pVXlReVV5TW1sa0pUSXlKVE5CSlRJeWEzcFJUMGhaV0c5UVpqWTFNVEF3T0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VprUmsxbWJscHJabm8yTURnd09ETWxNaklsTjBRbE1rTWxOMElsTWpKdVlXMWxKVEl5SlROQkpUSXlKVVU0SlVKR0pUbEZKVVUySlRoRkpVRTFKVEl5SlRKREpUSXlkSGx3WlNVeU1pVXpRU1V5TW14cGJtc2xNaklsTWtNbE1qSjJZV3gxWlNVeU1pVXpRU1V5TWlVeU1pVXlReVV5TW1OaGRHVm5iM0o1SlRJeUpUTkJKVEl5WkdWbVlYVnNkQ1V5TWlVeVF5VXlNbWxrSlRJeUpUTkJKVEl5YUhoU2NWcDBXRWxYYWpFd01Ua3pPU1V5TWlVM1JDVXlReVUzUWlVeU1tNWhiV1VsTWpJbE0wRWxNaklsUlRRbFFrVWxRa1lsUlRjbFFVTWxRa0VsTWpJbE1rTWxNakowZVhCbEpUSXlKVE5CSlRJeWMzUnlhVzVuSlRJeUpUSkRKVEl5ZG1Gc2RXVWxNaklsTTBFbE1qSWxNaklsTWtNbE1qSmpZWFJsWjI5eWVTVXlNaVV6UVNVeU1tUmxabUYxYkhRbE1qSWxNa01sTWpKcFpDVXlNaVV6UVNVeU1sSlNXVzlEWVd0QlMwZ3hOVGd4TkRrbE1qSWxOMFFsTlVRbE1rTWxNakp3Y205d2N5VXlNaVV6UVNVM1FpVXlNbmdsTWpJbE0wRXpORGt1TURnek16SXdOakUzTmpjMU9DVXlReVV5TW5rbE1qSWxNMEV6TWpZbE1rTWxNakozSlRJeUpUTkJNVGN4TGpreE5qWTNPVE00TWpNeU5ESXlKVEpESlRJeWFDVXlNaVV6UVRjekpUSkRKVEl5ZW1sdVpHVjRKVEl5SlROQk9TVXlReVV5TW1GdVoyeGxKVEl5SlROQk1DVTNSQ1V5UXlVeU1uTm9ZWEJsVTNSNWJHVWxNaklsTTBFbE4wSWxNakpoYkhCb1lTVXlNaVV6UVRFbE4wUWxNa01sTWpKc2FXNWxVM1I1YkdVbE1qSWxNMEVsTjBJbE1qSnNhVzVsVjJsa2RHZ2xNaklsTTBFeEpUSkRKVEl5YkdsdVpVTnZiRzl5SlRJeUpUTkJKVEl5T1RjbE1rTTVOeVV5UXprM0pUSXlKVGRFSlRKREpUSXlabWxzYkZOMGVXeGxKVEl5SlROQkpUZENKVEl5WTI5c2IzSWxNaklsTTBFbE1qSXlNVEFsTWtNeU1UUWxNa015TkRrbE1qSWxNa01sTWpKa2NtRjNWSGx3WlNVeU1pVXpRU1V5TW01dmJtVWxNak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Vp2Ym5SR1lXMXBiSGtsTWpJbE0wRWxNakpCY21saGJDVXlNaVV5UXlVeU1uTnBlbVVsTWpJbE0wRXhOQ1UzUkNVeVF5VXlNblJsZUhSQ2JHOWpheVV5TWlVelFTVTFRaVUzUWlVeU1uQnZjMmwwYVc5dUpUSXlKVE5CSlRkQ0pUSXllQ1V5TWlVelFURXdKVEpESlRJeWVTVXlNaVV6UVRBbE1rTWxNakozSlRJeUpUTkJKVEl5ZHkweU1DVXlNaVV5UXlVeU1tZ2xNaklsTTBFbE1qSm9KVEl5SlRkRUpUSkRKVEl5ZEdWNGRDVXlNaVV6UVNVeU1rTm9hV3hrY21WdUpUSXdKVEkyWVcxd0pUTkNKVEl3WVdSdmJHVnpZMlZ1ZEhNbE0wTmthWFlsTTBWbFpIVmpZWFJwYjI0bE1rTWxNakJ3YkdGNUpUSkRKVEl3Ykc5allXd2xNakJ6WVdabGRIa2xNME1sTWtaa2FYWWxNMFV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mxWVXhuWjA5aFMyOWhPVEE0TmpBM0pUSXlKVE5CSlRkQ0pUSXlhV1FsTWpJbE0wRWxNakpsVlV4blowOWhTMjloT1RBNE5qQTN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ucHphSFZIWm5CalYwYzVORGs0TURZbE1qSWxOMFFsTWtNbE4wSWxNakp1WVcxbEpUSXlKVE5CSlRJeUpVVTFKVGt3SlRoRUpVVTNKVUUzSlVJd0pUSXlKVEpESlRJeWRIbHdaU1V5TWlVelFTVXlNbk4wY21sdVp5VXlNaVV5UXlVeU1uWmhiSFZsSlRJeUpUTkJKVEl5SlRJeUpUSkRKVEl5WTJGMFpXZHZjbmtsTWpJbE0wRWxNakprWldaaGRXeDBKVEl5SlRKREpUSXlhV1FsTWpJbE0wRWxNakpMWmxac1JFVlFSSHBzT0RVNU56Y3h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RHMUZkWGR6WkdGeFREQTRPVGN6TUNVeU1pVTNSQ1V5UXlVM1FpVXlNbTVoYldVbE1qSWxNMEVsTWpJbFJUZ2xRa1lsT1VVbFJUWWxPRVVsUVRVbE1qSWxNa01sTWpKMGVYQmxKVEl5SlROQkpUSXliR2x1YXlVeU1pVXlReVV5TW5aaGJIVmxKVEl5SlROQkpUSXlKVEl5SlRKREpUSXlZMkYwWldkdmNua2xNaklsTTBFbE1qSmtaV1poZFd4MEpUSXlKVEpESlRJeWFXUWxNaklsTTBFbE1qSlNlVTFXYVc1dGJHOUhORGt3T0RnMUpUSXlKVGRFSlRKREpUZENKVEl5Ym1GdFpTVXlNaVV6UVNVeU1pVkZOQ1ZDUlNWQ1JpVkZOeVZCUXlWQ1FTVXlNaVV5UXlVeU1uUjVjR1VsTWpJbE0wRWxNakp6ZEhKcGJtY2xNaklsTWtNbE1qSjJZV3gxWlNVeU1pVXpRU1V5TWlVeU1pVXlReVV5TW1OaGRHVm5iM0o1SlRJeUpUTkJKVEl5WkdWbVlYVnNkQ1V5TWlVeVF5VXlNbWxrSlRJeUpUTkJKVEl5VlU1TFpsQlFlbTFxZFRBME16WTRNaVV5TWlVM1JDVTFSQ1V5UXlVeU1uQnliM0J6SlRJeUpUTkJKVGRDSlRJeWVDVXlNaVV6UVRVek5TNDFKVEpESlRJeWVTVXlNaVV6UVRNeU5TVXlReVV5TW5jbE1qSWxNMEV4TnpNdU5TVXlReVV5TW1nbE1qSWxNMEUzTlNVeVF5VXlNbnBwYm1SbGVDVXlNaVV6UVRFd0pUSkRKVEl5WVc1bmJHVWxNaklsTTBFd0pUZEVKVEpESlRJeWMyaGhjR1ZUZEhsc1pTVXlNaVV6UVNVM1FpVXlNbUZzY0doaEpUSXlKVE5CTVNVM1JDVXlReVV5TW14cGJtVlRkSGxzWlNVeU1pVXpRU1UzUWlVeU1teHBibVZYYVdSMGFDVXlNaVV6UVRFbE1rTWxNakpzYVc1bFEyOXNiM0lsTWpJbE0wRWxNakk1TnlVeVF6azNKVEpET1RjbE1qSWxOMFFsTWtNbE1qSm1hV3hzVTNSNWJHVWxNaklsTTBFbE4wSWxNakpqYjJ4dmNpVXlNaVV6UVNVeU1qSXhNQ1V5UXpJeE5DVXlRekkwT1NVeU1pVXlReVV5TW1SeVlYZFVlWEJsSlRJeUpUTkJKVEl5Ym05dVpTVXlN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abTl1ZEVaaGJXbHNlU1V5TWlVelFTVXlNa0Z5YVdGc0pUSXlKVEpESlRJeWMybDZaU1V5TWlVelFURTBKVGRFSlRKREpUSXlkR1Y0ZEVKc2IyTnJKVEl5SlROQkpUVkNKVGRDSlRJeWNHOXphWFJwYjI0bE1qSWxNMEVsTjBJbE1qSjRKVEl5SlROQk1UQWxNa01sTWpKNUpUSXlKVE5CTUNVeVF5VXlNbmNsTWpJbE0wRWxNakozTFRJd0pUSXlKVEpESlRJeWFDVXlNaVV6UVNVeU1tZ2xNaklsTjBRbE1rTWxNakowWlhoMEpUSXlKVE5CSlRJeVEyRnlaV2RwZG1sdVp5VXlNR0ZrZFd4MGN5VXpRMkp5SlRORmJHbHVhMlZrSlRJd2MyTm9iMjlzSlVVeUpUZ3dKVGt6Wm05dlpDVkZNaVU0TUNVNU0yaGxZV3gwYUNWRk1pVTRNQ1U1TTNSeVlXNXpjRzl5ZENVeU1HTm9ZV2x1Y3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FpVVTFacGNGUjVibGcwTmpnd05qY2xNaklsTTBFbE4wSWxNakpwWkNVeU1pVXpRU1V5TWxaVVUxWnBjRlI1YmxnME5qZ3dOamN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hVTFUWjBWTlFrZHRVakl4T1RFNU9DVXlNaVUzUkNVeVF5VTNRaVV5TW01aGJXVWxNaklsTTBFbE1qSWxSVFVsT1RBbE9FUWxSVGNsUVRjbFFqQWxNaklsTWtNbE1qSjBlWEJsSlRJeUpUTkJKVEl5YzNSeWFXNW5KVEl5SlRKREpUSXlkbUZzZFdVbE1qSWxNMEVsTWpJbE1qSWxNa01sTWpKallYUmxaMjl5ZVNVeU1pVXpRU1V5TW1SbFptRjFiSFFsTWpJbE1rTWxNakpwWkNVeU1pVXpRU1V5TWt0TVlrRjRiMDV5WW13NU9URTBPREF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nNiR3hYWjFwR1kzRk1PVEkyTkRNeEpUSXlKVGRFSlRKREpUZENKVEl5Ym1GdFpTVXlNaVV6UVNVeU1pVkZPQ1ZDUmlVNVJTVkZOaVU0UlNWQk5TVXlNaVV5UXlVeU1uUjVjR1VsTWpJbE0wRWxNakpzYVc1ckpUSXlKVEpESlRJeWRtRnNkV1VsTWpJbE0wRWxNaklsTWpJbE1rTWxNakpqWVhSbFoyOXllU1V5TWlVelFTVXlNbVJsWm1GMWJIUWxNaklsTWtNbE1qSnBaQ1V5TWlVelFTVXlNbWxRYmxsb1RuQmpSbE0xTVRVM01EZ2xNaklsTjBRbE1rTWxOMElsTWpKdVlXMWxKVEl5SlROQkpUSXlKVVUwSlVKRkpVSkdKVVUzSlVGREpVSkJKVEl5SlRKREpUSXlkSGx3WlNVeU1pVXpRU1V5TW5OMGNtbHVaeVV5TWlVeVF5VXlNblpoYkhWbEpUSXlKVE5CSlRJeUpUSXlKVEpESlRJeVkyRjBaV2R2Y25rbE1qSWxNMEVsTWpKa1pXWmhkV3gwSlRJeUpUSkRKVEl5YVdRbE1qSWxNMEVsTWpKd2RWWnJhVWhYUTFOR01UQTJNalV6SlRJeUpUZEVKVFZFSlRKREpUSXljSEp2Y0hNbE1qSWxNMEVsTjBJbE1qSjRKVEl5SlROQk56STFMalVsTWtNbE1qSjVKVEl5SlROQk16STFKVEpESlRJeWR5VXlNaVV6UVRFM05TVXlReVV5TW1nbE1qSWxNMEUzTlNVeVF5VXlNbnBwYm1SbGVDVXlNaVV6UVRFeEpUSkRKVEl5WVc1bmJHVWxNaklsTTBFd0pUZEVKVEpESlRJeWMyaGhjR1ZUZEhsc1pTVXlNaVV6UVNVM1FpVXlNbUZzY0doaEpUSXlKVE5CTVNVM1JDVXlReVV5TW14cGJtVlRkSGxzWlNVeU1pVXpRU1UzUWlVeU1teHBibVZYYVdSMGFDVXlNaVV6UVRFbE1rTWxNakpzYVc1bFEyOXNiM0lsTWpJbE0wRWxNakk1TnlVeVF6azNKVEpET1RjbE1qSWxOMFFsTWtNbE1qSm1hV3hzVTNSNWJHVWxNaklsTTBFbE4wSWxNakpqYjJ4dmNpVXlNaVV6UVNVeU1qSXhNQ1V5UXpJeE5DVXlRekkwT1NVeU1pVXlReVV5TW1SeVlYZFVlWEJsSlRJeUpUTkJKVEl5Ym05dVpTVXlN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abTl1ZEVaaGJXbHNlU1V5TWlVelFTVXlNa0Z5YVdGc0pUSXlKVEpESlRJeWMybDZaU1V5TWlVelFURTBKVGRFSlRKREpUSXlkR1Y0ZEVKc2IyTnJKVEl5SlROQkpUVkNKVGRDSlRJeWNHOXphWFJwYjI0bE1qSWxNMEVsTjBJbE1qSjRKVEl5SlROQk1UQWxNa01sTWpKNUpUSXlKVE5CTUNVeVF5VXlNbmNsTWpJbE0wRWxNakozTFRJd0pUSXlKVEpESlRJeWFDVXlNaVV6UVNVeU1tZ2xNaklsTjBRbE1rTWxNakowWlhoMEpUSXlKVE5CSlRJeVQyeGtaWElsTWpCaFpIVnNkSE1sTTBOaWNpVXpSV2hsWVd4MGFDVXlReVV5TUhCb1lYSnRZV041SlRKREpUSXdiRzlqWVd3bE1rWnpkR1Z3TFdaeVpXVWxNakIwY21GdWMzQnZjblF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k5iWEIwVjBGT1kyOXpORFExTlRFM0pUSXlKVE5CSlRkQ0pUSXlhV1FsTWpJbE0wRWxNakpOYlhCMFYwRk9ZMjl6TkRRMU5URTNKVEl5SlRKREpUSXlibUZ0WlNVeU1pVXpRU1V5TW14cGJtdGxjaVV5TWlVeVF5VXlNblJsZUhRbE1qSWxNMEVsTWpJbE1qSWxNa01sTWpKbmNtOTFjQ1V5TWlVelFTVXlNaVV5TWlVeVF5VXlNbXhwYm10bGNsUjVjR1VsTWpJbE0wRWxNakppY205clpXNGxNaklsTWtNbE1qSndiMmx1ZEhNbE1qSWxNMEVsTlVJbE4wSWxNako0SlRJeUpUTkJOakl5TGpJMUpUSkRKVEl5ZVNVeU1pVXpRVEk1TmlVM1JDVXlReVUzUWlVeU1uZ2xNaklsTTBFMk1qSXVNalVsTWtNbE1qSjVKVEl5SlROQk1qazJKVGRFSlRWRUpUSkRKVEl5Ykc5amEyVmtKVEl5SlROQlptRnNjMlVsTWtNbE1qSmtZWFJoUVhSMGNtbGlkWFJsY3lVeU1pVXpRU1UxUWlVMVJDVXlReVV5TW5CeWIzQnpKVEl5SlROQkpUZENKVEl5ZW1sdVpHVjRKVEl5SlROQk1USWxOMFFsTWtNbE1qSnNhVzVsVTNSNWJHVWxNaklsTTBFbE4wSWxNakpzYVc1bFYybGtkR2dsTWpJbE0wRXhKVEpESlRJeWJHbHVaVU52Ykc5eUpUSXlKVE5CSlRJeU9UY2xNa001TnlVeVF6azNKVEl5SlRkRUpUSkRKVEl5Wm5KdmJTVXlNaVV6UVNVM1FpVXlNbmdsTWpJbE0wRTJNakl1TWpVbE1rTWxNako1SlRJeUpUTkJNalkzSlRKREpUSXlZVzVuYkdVbE1qSWxNMEUwTGpjeE1qTTRPRGs0TURNNE5EWTVKVEpESlRJeWFXUWxNaklsTTBFbE1qSmlTa3RSWVVWMGFXVmtOelEzTlRNMEpUSXlKVGRFSlRKREpUSXlkRzhsTWpJbE0wRWxOMElsTWpKcFpDVXlNaVV6UVNVeU1tVlZUR2RuVDJGTGIyRTVNRGcyTURjbE1qSWxNa01sTWpKNEpUSXlKVE5CTmpJeUxqSTFKVEpESlRJeWVTVXlNaVV6UVRNeU5TVXlReVV5TW1GdVoyeGxKVEl5SlROQk1TNDFOekEzT1RZek1qWTNPVFE0T1RjbE4wUWxNa01sTWpKMFpYaDBRbXh2WTJzbE1qSWxNMEVsTlVJbE5VUWxNa01sTWpKbWIyNTBVM1I1YkdVbE1qSWxNMEVsTjBJbE1qSm1iMjUwUm1GdGFXeDVKVEl5SlROQkpUSXlRWEpwWVd3bE1qSWxNa01sTWpKemFYcGxKVEl5SlROQk1UUWxOMFFsTjBRbE1rTWxNakpRUzNCSVpuWkZhVlIzT0RJNU5UZ3hKVEl5SlROQkpUZENKVEl5YVdRbE1qSWxNMEVsTWpKUVMzQklablpGYVZSM09ESTVOVGd4SlRJeUpUSkRKVEl5Ym1GdFpTVXlNaVV6UVNVeU1teHBibXRsY2lVeU1pVXlReVV5TW5SbGVIUWxNaklsTTBFbE1qSWxNaklsTWtNbE1qSm5jbTkxY0NVeU1pVXpRU1V5TWlVeU1pVXlReVV5TW14cGJtdGxjbFI1Y0dVbE1qSWxNMEVsTWpKaWNtOXJaVzRsTWpJbE1rTWxNakp3YjJsdWRITWxNaklsTTBFbE5VSWxOMElsTWpKNEpUSXlKVE5CTmpJeUxqSTFKVEpESlRJeWVTVXlNaVV6UVRJNU5pNDFKVGRFSlRKREpUZENKVEl5ZUNVeU1pVXpRVFF6TlM0d05ERTJOakF6TURnNE16YzVKVEpESlRJeWVTVXlNaVV6UVRJNU5pNDFKVGRFSlRWRUpUSkRKVEl5Ykc5amEyVmtKVEl5SlROQlptRnNjMlVsTWtNbE1qSmtZWFJoUVhSMGNtbGlkWFJsY3lVeU1pVXpRU1UxUWlVMVJDVXlReVV5TW5CeWIzQnpKVEl5SlROQkpUZENKVEl5ZW1sdVpHVjRKVEl5SlROQk1UTWxOMFFsTWtNbE1qSnNhVzVsVTNSNWJHVWxNaklsTTBFbE4wSWxNakpzYVc1bFYybGtkR2dsTWpJbE0wRXhKVEpESlRJeWJHbHVaVU52Ykc5eUpUSXlKVE5CSlRJeU9UY2xNa001TnlVeVF6azNKVEl5SlRkRUpUSkRKVEl5Wm5KdmJTVXlNaVV6UVNVM1FpVXlNbmdsTWpJbE0wRTJNakl1TWpVbE1rTWxNako1SlRJeUpUTkJNalkzSlRKREpUSXlZVzVuYkdVbE1qSWxNMEUwTGpjeE1qTTRPRGs0TURNNE5EWTVKVEpESlRJeWFXUWxNaklsTTBFbE1qSmlTa3RSWVVWMGFXVmtOelEzTlRNMEpUSXlKVGRFSlRKREpUSXlkRzhsTWpJbE0wRWxOMElsTWpKcFpDVXlNaVV6UVNVeU1reHNXVlpWUTNCaVlub3pNVGcyTmpZbE1qSWxNa01sTWpKNEpUSXlKVE5CTkRNMUxqQTBNVFkyTURNd09EZ3pOemtsTWtNbE1qSjVKVEl5SlROQk16STJKVEpESlRJeVlXNW5iR1VsTWpJbE0wRXhMalUzTURjNU5qTXlOamM1TkRnNU55VTNSQ1V5UXlVeU1uUmxlSFJDYkc5amF5VXlNaVV6UVNVMVFpVTFSQ1V5UXlVeU1tWnZiblJUZEhsc1pTVXlNaVV6UVNVM1FpVXlNbVp2Ym5SR1lXMXBiSGtsTWpJbE0wRWxNakpCY21saGJDVXlNaVV5UXlVeU1uTnBlbVVsTWpJbE0wRXhOQ1UzUkNVM1JDVXlReVV5TWtoRWQyTnZSVlp4WmtNNE9EWTBNekVsTWpJbE0wRWxOMElsTWpKcFpDVXlNaVV6UVNVeU1raEVkMk52UlZaeFprTTRPRFkwTXpFbE1qSWxNa01sTWpKdVlXMWxKVEl5SlROQkpUSXliR2x1YTJWeUpUSXlKVEpESlRJeWRHVjRkQ1V5TWlVelFTVXlNaVV5TWlVeVF5VXlNbWR5YjNWd0pUSXlKVE5CSlRJeUpUSXlKVEpESlRJeWJHbHVhMlZ5Vkhsd1pTVXlNaVV6UVNVeU1tSnliMnRsYmlVeU1pVXlReVV5TW5CdmFXNTBjeVV5TWlVelFTVTFRaVUzUWlVeU1uZ2xNaklsTTBFMk1qSXVNalVsTWtNbE1qSjVKVEl5SlROQk1qazNKVEpESlRJeVptbDRaV1FsTWpJbE0wRjBjblZsSlRkRUpUSkRKVGRDSlRJeWVDVXlNaVV6UVRneE15VXlReVV5TW5rbE1qSWxNMEV5T1RjbE1rTWxNakptYVhobFpDVXlNaVV6UVhSeWRXVWxOMFFsTlVRbE1rTWxNakpzYjJOclpXUWxNaklsTTBGbVlXeHpaU1V5UXlVeU1tUmhkR0ZCZEhSeWFXSjFkR1Z6SlRJeUpUTkJKVFZDSlRWRUpUSkRKVEl5Y0hKdmNITWxNaklsTTBFbE4wSWxNako2YVc1a1pYZ2xNaklsTTBFeE5DVTNSQ1V5UXlVeU1teHBibVZUZEhsc1pTVXlNaVV6UVNVM1FpVXlNbXhwYm1WWGFXUjBhQ1V5TWlVelFURWxNa01sTWpKc2FXNWxRMjlzYjNJbE1qSWxNMEVsTWpJNU55VXlRemszSlRKRE9UY2xNaklsTjBRbE1rTWxNakptY205dEpUSXlKVE5CSlRkQ0pUSXllQ1V5TWlVelFUWXlNaTR5TlNVeVF5VXlNbmtsTWpJbE0wRXlOamNsTWtNbE1qSmhibWRzWlNVeU1pVXpRVFF1TnpFeU16ZzRPVGd3TXpnME5qa2xNa01sTWpKcFpDVXlNaVV6UVNVeU1tSktTMUZoUlhScFpXUTNORGMxTXpRbE1qSWxOMFFsTWtNbE1qSjBieVV5TWlVelFTVTNRaVV5TW1sa0pUSXlKVE5CSlRJeVZsUlRWbWx3VkhsdVdEUTJPREEyTnlVeU1pVXlReVV5TW5nbE1qSWxNMEU0TVRNbE1rTWxNako1SlRJeUpUTkJNekkxSlRKREpUSXlZVzVuYkdVbE1qSWxNMEV4TGpVM01EYzVOak15TmpjNU5EZzVOeVUzUkNVeVF5VXlNblJsZUhSQ2JHOWpheVV5TWlVelFTVTFRaVUxUkNVeVF5VXlNbVp2Ym5SVGRIbHNaU1V5TWlVelFTVTNRaVV5TW1admJuUkdZVzFwYkhrbE1qSWxNMEVsTWpKQmNtbGhiQ1V5TWlVeVF5VXlNbk5wZW1VbE1qSWxNMEV4TkNVM1JDVTNSQ1V5UXlVeU1raE9SazVZWTA5a1QxVTFNak01TnpBbE1qSWxNMEVsTjBJbE1qSnBaQ1V5TWlVelFTVXlNa2hPUms1WVkwOWtUMVUxTWpNNU56Q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NHUkViVVJYVGs5dVREYzBPVFE1TXlVeU1pVTNSQ1V5UXlVM1FpVXlNbTVoYldVbE1qSWxNMEVsTWpJbFJUVWxPVEFsT0VRbFJUY2xRVGNsUWpBbE1qSWxNa01sTWpKMGVYQmxKVEl5SlROQkpUSXljM1J5YVc1bkpUSXlKVEpESlRJeWRtRnNkV1VsTWpJbE0wRWxNaklsTWpJbE1rTWxNakpqWVhSbFoyOXllU1V5TWlVelFTVXlNbVJsWm1GMWJIUWxNaklsTWtNbE1qSnBaQ1V5TWlVelFTVXlNbVJGZDI5TFMxWnhiR1F5TXpjMU1EQ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YVUyRndSbkZvUkZSek56TXhOREF4SlRJeUpUZEVKVEpESlRkQ0pUSXlibUZ0WlNVeU1pVXpRU1V5TWlWRk9DVkNSaVU1UlNWRk5pVTRSU1ZCTlNVeU1pVXlReVV5TW5SNWNHVWxNaklsTTBFbE1qSnNhVzVySlRJeUpUSkRKVEl5ZG1Gc2RXVWxNaklsTTBFbE1qSWxNaklsTWtNbE1qSmpZWFJsWjI5eWVTVXlNaVV6UVNVeU1tUmxabUYxYkhRbE1qSWxNa01sTWpKcFpDVXlNaVV6UVNVeU1tUklTa3RSUTNKQlNGSXdNekUyTURrbE1qSWxOMFFsTWtNbE4wSWxNakp1WVcxbEpUSXlKVE5CSlRJeUpVVTBKVUpGSlVKR0pVVTNKVUZESlVKQkpUSXlKVEpESlRJeWRIbHdaU1V5TWlVelFTVXlNbk4wY21sdVp5VXlNaVV5UXlVeU1uWmhiSFZsSlRJeUpUTkJKVEl5SlRJeUpUSkRKVEl5WTJGMFpXZHZjbmtsTWpJbE0wRWxNakprWldaaGRXeDBKVEl5SlRKREpUSXlhV1FsTWpJbE0wRWxNakpuUWxwSGVVUlpUV2hFT0RjM05ERTBKVEl5SlRkRUpUVkVKVEpESlRJeWNISnZjSE1sTWpJbE0wRWxOMElsTWpKNEpUSXlKVE5CTkRrMUxqWTJOalkyTURNd09EZ3pOemtsTWtNbE1qSjVKVEl5SlROQk5EWXdMakkxSlRKREpUSXlkeVV5TWlVelFUSTFNeTR4TmpZMk56a3pPREl6TWpReU1pVXlReVV5TW1nbE1qSWxNMEUxTkNVeVF5VXlNbnBwYm1SbGVDVXlNaVV6UVRFMUpUSkRKVEl5WVc1bmJHVWxNaklsTTBFd0pUZEVKVEpESlRJeWMyaGhjR1ZUZEhsc1pTVXlNaVV6UVNVM1FpVXlNbUZzY0doaEpUSXlKVE5CTVNVM1JDVXlReVV5TW14cGJtVlRkSGxzWlNVeU1pVXpRU1UzUWlVeU1teHBibVZYYVdSMGFDVXlNaVV6UVRFbE1rTWxNakpzYVc1bFEyOXNiM0lsTWpJbE0wRWxNakk1TnlVeVF6azNKVEpET1RjbE1qSWxOMFFsTWtNbE1qSm1hV3hzVTNSNWJHVWxNaklsTTBFbE4wSWxNakpqYjJ4dmNpVXlNaVV6UVNVeU1qSTFNaVV5UXpJME9TVXlRekl6TkNVeU1pVXlReVV5TW1SeVlYZFVlWEJsSlRJeUpUTkJKVEl5Ym05dVpTVXlNaVUzUkNVeVF5VXlNblJvWlcxbEpUSXlKVE5CSlRkQ0pUZEVKVEpESlRJeWNHRjBhQ1V5TWlVelFTVTFRaVUzUWlVeU1tRmpkR2x2Ym5NbE1qSWxNMEVsTlVJbE4wSWxNakpoWTNScGIyNGxNaklsTTBFbE1qSnRiM1psSlRJeUpUSkRKVEl5ZUNVeU1pVXpRU1V5TWpBbE1qSWxNa01sTWpKNUpUSXlKVE5CSlRJeU1DVXlNaVUzUkNVeVF5VTNRaVV5TW1GamRHbHZiaVV5TWlVelFTVXlNbXhwYm1VbE1qSWxNa01sTWpKNEpUSXlKVE5CSlRJeWR5VXlNaVV5UXlVeU1ua2xNaklsTTBFbE1qSXdKVEl5SlRkRUpUSkRKVGRDSlRJeVlXTjBhVzl1SlRJeUpUTkJKVEl5YkdsdVpTVXlNaVV5UXlVeU1uZ2xNaklsTTBFbE1qSjNKVEl5SlRKREpUSXllU1V5TWlVelFTVXlNbWdsTWpJbE4wUWxNa01sTjBJbE1qSmhZM1JwYjI0bE1qSWxNMEVsTWpKc2FXNWxKVEl5SlRKREpUSXllQ1V5TWlVelFTVXlNakFsTWpJbE1rTWxNako1SlRJeUpUTkJKVEl5YUNVeU1pVTNSQ1V5UXlVM1FpVXlNbUZqZEdsdmJpVXlNaVV6UVNVeU1tTnNiM05sSlRJeUpUZEVKVFZFSlRkRUpUVkVKVEpESlRJeVptOXVkRk4wZVd4bEpUSXlKVE5CSlRkQ0pUSXlabTl1ZEVaaGJXbHNlU1V5TWlVelFTVXlNa0Z5YVdGc0pUSXlKVEpESlRJeWMybDZaU1V5TWlVelFURTBKVGRFSlRKREpUSXlkR1Y0ZEVKc2IyTnJKVEl5SlROQkpUVkNKVGRDSlRJeWNHOXphWFJwYjI0bE1qSWxNMEVsTjBJbE1qSjRKVEl5SlROQk1UQWxNa01sTWpKNUpUSXlKVE5CTUNVeVF5VXlNbmNsTWpJbE0wRWxNakozTFRJd0pUSXlKVEpESlRJeWFDVXlNaVV6UVNVeU1tZ2xNaklsTjBRbE1rTWxNakowWlhoMEpUSXlKVE5CSlRJeVIzSnZkWEF0YzNCbFkybG1hV01sTWpCelpYSjJhV05sSlRJd1ltRnphMlYwY3lVelEySnlKVE5GWm1GamFXeHBkSGtsTWpCM1pXbG5hSFJ6SlRJd0pUSkNKVEl3ZEhKaGRtVnNKVEl3WTI5dWMzUnlZV2x1ZEhN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NWWtWaldXVmFZblZtTXpNM01qa3dKVEl5SlROQkpUZENKVEl5YVdRbE1qSWxNMEVsTWpKTVlrVmpXV1ZhWW5WbU16TTNNamt3SlRJeUpUSkRKVEl5Ym1GdFpTVXlNaVV6UVNVeU1teHBibXRsY2lVeU1pVXlReVV5TW5SbGVIUWxNaklsTTBFbE1qSWxNaklsTWtNbE1qSm5jbTkxY0NVeU1pVXpRU1V5TWlVeU1pVXlReVV5TW14cGJtdGxjbFI1Y0dVbE1qSWxNMEVsTWpKaWNtOXJaVzRsTWpJbE1rTWxNakp3YjJsdWRITWxNaklsTTBFbE5VSWxOMElsTWpKNEpUSXlKVE5CTmpJeUxqSTFKVEpESlRJeWVTVXlNaVV6UVRRek1DNHhNalVsTjBRbE1rTWxOMElsTWpKNEpUSXlKVE5CTmpJeUxqSTFKVEpESlRJeWVTVXlNaVV6UVRRek1DNHhNalVsTjBRbE5VUWxNa01sTWpKc2IyTnJaV1FsTWpJbE0wRm1ZV3h6WlNVeVF5VXlNbVJoZEdGQmRIUnlhV0oxZEdWekpUSXlKVE5CSlRWQ0pUVkVKVEpESlRJeWNISnZjSE1sTWpJbE0wRWxOMElsTWpKNmFXNWtaWGdsTWpJbE0wRXhOaVUzUkNVeVF5VXlNbXhwYm1WVGRIbHNaU1V5TWlVelFTVTNRaVV5TW14cGJtVlhhV1IwYUNVeU1pVXpRVEVsTWtNbE1qSnNhVzVsUTI5c2IzSWxNaklsTTBFbE1qSTVOeVV5UXprM0pUSkRPVGNsTWpJbE4wUWxNa01sTWpKbWNtOXRKVEl5SlROQkpUZENKVEl5ZUNVeU1pVXpRVFl5TWk0eU5TVXlReVV5TW5rbE1qSWxNMEUwTURBbE1rTWxNakpoYm1kc1pTVXlNaVV6UVRRdU56RXlNemc0T1Rnd016ZzBOamtsTWtNbE1qSnBaQ1V5TWlVelFTVXlNbVZWVEdkblQyRkxiMkU1TURnMk1EY2xNaklsTjBRbE1rTWxNakowYnlVeU1pVXpRU1UzUWlVeU1tbGtKVEl5SlROQkpUSXlTRTVHVGxoalQyUlBWVFV5TXprM01DVXlNaVV5UXlVeU1uZ2xNaklsTTBFMk1qSXVNalVsTWtNbE1qSjVKVEl5SlROQk5EWXdMakkxSlRKREpUSXlZVzVuYkdVbE1qSWxNMEV4TGpVM01EYzVOak15TmpjNU5EZzVOeVUzUkNVeVF5VXlNblJsZUhSQ2JHOWpheVV5TWlVelFTVTFRaVUxUkNVeVF5VXlNbVp2Ym5SVGRIbHNaU1V5TWlVelFTVTNRaVV5TW1admJuUkdZVzFwYkhrbE1qSWxNMEVsTWpKQmNtbGhiQ1V5TWlVeVF5VXlNbk5wZW1VbE1qSWxNMEV4TkNVM1JDVTNSQ1V5UXlVeU1rcHVhV3BHZUhGRldVODFNRE0zTWpRbE1qSWxNMEVsTjBJbE1qSnBaQ1V5TWlVelFTVXlNa3B1YVdwR2VIRkZXVTgxTURNM01qUWxNaklsTWtNbE1qSnVZVzFsSlRJeUpUTkJKVEl5YkdsdWEyVnlKVEl5SlRKREpUSXlkR1Y0ZENVeU1pVXpRU1V5TWlVeU1pVXlReVV5TW1keWIzVndKVEl5SlROQkpUSXlKVEl5SlRKREpUSXliR2x1YTJWeVZIbHdaU1V5TWlVelFTVXlNbUp5YjJ0bGJpVXlNaVV5UXlVeU1uQnZhVzUwY3lVeU1pVXpRU1UxUWlVM1FpVXlNbmdsTWpJbE0wRTBNelV1TURReE5qWXdNekE0T0RNM09TVXlReVV5TW5rbE1qSWxNMEUwTXpBbE4wUWxNa01sTjBJbE1qSjRKVEl5SlROQk5ETXpMakEwTVRZMk1ETXdPRGd6TnprbE1rTWxNako1SlRJeUpUTkJORE13SlRKREpUSXlabWw0WldRbE1qSWxNMEYwY25WbEpUZEVKVEpESlRkQ0pUSXllQ1V5TWlVelFUWXlNaTR5TlNVeVF5VXlNbmtsTWpJbE0wRTBNekFsTjBRbE5VUWxNa01sTWpKc2IyTnJaV1FsTWpJbE0wRm1ZV3h6WlNVeVF5VXlNbVJoZEdGQmRIUnlhV0oxZEdWekpUSXlKVE5CSlRWQ0pUVkVKVEpESlRJeWNISnZjSE1sTWpJbE0wRWxOMElsTWpKNmFXNWtaWGdsTWpJbE0wRXhOeVUzUkNVeVF5VXlNbXhwYm1WVGRIbHNaU1V5TWlVelFTVTNRaVV5TW14cGJtVlhhV1IwYUNVeU1pVXpRVEVsTWtNbE1qSnNhVzVsUTI5c2IzSWxNaklsTTBFbE1qSTVOeVV5UXprM0pUSkRPVGNsTWpJbE4wUWxNa01sTWpKbWNtOXRKVEl5SlROQkpUZENKVEl5ZUNVeU1pVXpRVFF6TlM0d05ERTJOakF6TURnNE16YzVKVEpESlRJeWVTVXlNaVV6UVRNNU9TVXlReVV5TW1GdVoyeGxKVEl5SlROQk5DNDNNVEl6T0RnNU9EQXpPRFEyT1NVeVF5VXlNbWxrSlRJeUpUTkJKVEl5VEd4WlZsVkRjR0ppZWpNeE9EWTJOaVV5TWlVM1JDVXlReVV5TW5SdkpUSXlKVE5CSlRkQ0pUSXlhV1FsTWpJbE0wRWxNakpJVGtaT1dHTlBaRTlWTlRJek9UY3dKVEl5SlRKREpUSXllQ1V5TWlVelFUWXlNaTR5TlNVeVF5VXlNbmtsTWpJbE0wRTBOakF1TWpVbE1rTWxNakpoYm1kc1pTVXlNaVV6UVRFdU5UY3dOemsyTXpJMk56azBPRGszSlRkRUpUSkRKVEl5ZEdWNGRFSnNiMk5ySlRJeUpUTkJKVFZDSlRWRUpUSkRKVEl5Wm05dWRGTjBlV3hsSlRJeUpUTkJKVGRDSlRJeVptOXVkRVpoYldsc2VTVXlNaVV6UVNVeU1rRnlhV0ZzSlRJeUpUSkRKVEl5YzJsNlpTVXlNaVV6UVRFMEpUZEVKVGRFSlRKREpUSXlaV2RRYkhKRlJFTkNaVGM0T1RBeU55VXlNaVV6UVNVM1FpVXlNbWxrSlRJeUpUTkJKVEl5WldkUWJISkZSRU5DWlRjNE9UQXlOeVV5TWlVeVF5VXlNbTVoYldVbE1qSWxNMEVsTWpKc2FXNXJaWElsTWpJbE1rTWxNakowWlhoMEpUSXlKVE5CSlRJeUpUSXlKVEpESlRJeVozSnZkWEFsTWpJbE0wRWxNaklsTWpJbE1rTWxNakpzYVc1clpYSlVlWEJsSlRJeUpUTkJKVEl5WW5KdmEyVnVKVEl5SlRKREpUSXljRzlwYm5SekpUSXlKVE5CSlRWQ0pUZENKVEl5ZUNVeU1pVXpRVGd4TXlVeVF5VXlNbmtsTWpJbE0wRTBNamt1TlNVeVF5VXlNbVpwZUdWa0pUSXlKVE5CZEhKMVpTVTNSQ1V5UXlVM1FpVXlNbmdsTWpJbE0wRTJNakl1TWpVbE1rTWxNako1SlRJeUpUTkJOREk1TGpVbE1rTWxNakptYVhobFpDVXlNaVV6UVhSeWRXVWxOMFFsTlVRbE1rTWxNakpzYjJOclpXUWxNaklsTTBGbVlXeHpaU1V5UXlVeU1tUmhkR0ZCZEhSeWFXSjFkR1Z6SlRJeUpUTkJKVFZDSlRWRUpUSkRKVEl5Y0hKdmNITWxNaklsTTBFbE4wSWxNako2YVc1a1pYZ2xNaklsTTBFeE9DVTNSQ1V5UXlVeU1teHBibVZUZEhsc1pTVXlNaVV6UVNVM1FpVXlNbXhwYm1WWGFXUjBhQ1V5TWlVelFURWxNa01sTWpKc2FXNWxRMjlzYjNJbE1qSWxNMEVsTWpJNU55VXlRemszSlRKRE9UY2xNaklsTjBRbE1rTWxNakptY205dEpUSXlKVE5CSlRkQ0pUSXllQ1V5TWlVelFUZ3hNeVV5UXlVeU1ua2xNaklsTTBFME1EQWxNa01sTWpKaGJtZHNaU1V5TWlVelFUUXVOekV5TXpnNE9UZ3dNemcwTmprbE1rTWxNakpwWkNVeU1pVXpRU1V5TWxaVVUxWnBjRlI1YmxnME5qZ3dOamNsTWpJbE4wUWxNa01sTWpKMGJ5VXlNaVV6UVNVM1FpVXlNbWxrSlRJeUpUTkJKVEl5U0U1R1RsaGpUMlJQVlRVeU16azNNQ1V5TWlVeVF5VXlNbmdsTWpJbE0wRTJNakl1TWpVbE1rTWxNako1SlRJeUpUTkJORFl3TGpJMUpUSkRKVEl5WVc1bmJHVWxNaklsTTBFeExqVTNNRGM1TmpNeU5qYzVORGc1TnlVM1JDVXlReVV5TW5SbGVIUkNiRzlqYXlVeU1pVXpRU1UxUWlVMVJDVXlReVV5TW1admJuUlRkSGxzWlNVeU1pVXpRU1UzUWlVeU1tWnZiblJHWVcxcGJIa2xNaklsTTBFbE1qSkJjbWxoYkNVeU1pVXlReVV5TW5OcGVtVWxNaklsTTBFeE5DVTNSQ1UzUkNVeVF5VXlNbGhZYlcxV1RWQjZaWEU0TWpneE1qTWxNaklsTTBFbE4wSWxNakpwWkNVeU1pVXpRU1V5TWxoWWJXMVdUVkI2WlhFNE1qZ3hNak1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lazV4WjFKMlpIZFZXVE14TVRJM055VXlNaVUzUkNVeVF5VTNRaVV5TW01aGJXVWxNaklsTTBFbE1qSWxSVFVsT1RBbE9FUWxSVGNsUVRjbFFqQWxNaklsTWtNbE1qSjBlWEJsSlRJeUpUTkJKVEl5YzNSeWFXNW5KVEl5SlRKREpUSXlkbUZzZFdVbE1qSWxNMEVsTWpJbE1qSWxNa01sTWpKallYUmxaMjl5ZVNVeU1pVXpRU1V5TW1SbFptRjFiSFFsTWpJbE1rTWxNakpwWkNVeU1pVXpRU1V5TWxCMVExRjVUVkpEVEdReE1EYzVOREF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lFWbTlwUldsWmJIRjBNRGcyTnpJMEpUSXlKVGRFSlRKREpUZENKVEl5Ym1GdFpTVXlNaVV6UVNVeU1pVkZPQ1ZDUmlVNVJTVkZOaVU0UlNWQk5TVXlNaVV5UXlVeU1uUjVjR1VsTWpJbE0wRWxNakpzYVc1ckpUSXlKVEpESlRJeWRtRnNkV1VsTWpJbE0wRWxNaklsTWpJbE1rTWxNakpqWVhSbFoyOXllU1V5TWlVelFTVXlNbVJsWm1GMWJIUWxNaklsTWtNbE1qSnBaQ1V5TWlVelFTVXlNbEZNYzNoeVJrdHVTbm80TWpnM05qZ2xNaklsTjBRbE1rTWxOMElsTWpKdVlXMWxKVEl5SlROQkpUSXlKVVUwSlVKRkpVSkdKVVUzSlVGREpVSkJKVEl5SlRKREpUSXlkSGx3WlNVeU1pVXpRU1V5TW5OMGNtbHVaeVV5TWlVeVF5VXlNblpoYkhWbEpUSXlKVE5CSlRJeUpUSXlKVEpESlRJeVkyRjBaV2R2Y25rbE1qSWxNMEVsTWpKa1pXWmhkV3gwSlRJeUpUSkRKVEl5YVdRbE1qSWxNMEVsTWpKMFpFbDNWRmRzZEdOSU16YzJNRGcwSlRJeUpUZEVKVFZFSlRKREpUSXljSEp2Y0hNbE1qSWxNMEVsTjBJbE1qSjRKVEl5SlROQk5EVXhMakV3TkRFMk1ETXdPRGd6TnprbE1rTWxNako1SlRJeUpUTkJOVFU1TGpJMUpUSkRKVEl5ZHlVeU1pVXpRVE0wTWk0eU9URTJOemt6T0RJek1qUXlKVEpESlRJeWFDVXlNaVV6UVRVMEpUSkRKVEl5ZW1sdVpHVjRKVEl5SlROQk1Ua2xNa01sTWpKaGJtZHNaU1V5TWlVelFUQWxOMFFsTWtNbE1qSnphR0Z3WlZOMGVXeGxKVEl5SlROQkpUZENKVEl5WVd4d2FHRWxNaklsTTBFeEpUZEVKVEpESlRJeWJHbHVaVk4wZVd4bEpUSXlKVE5CSlRkQ0pUSXliR2x1WlZkcFpIUm9KVEl5SlROQk1TVXlReVV5TW14cGJtVkRiMnh2Y2lVeU1pVXpRU1V5TWprM0pUSkRPVGNsTWtNNU55VXlNaVUzUkNVeVF5VXlNbVpwYkd4VGRIbHNaU1V5TWlVelFTVTNRaVV5TW1OdmJHOXlKVEl5SlROQkpUSXlNalV5SlRKRE1qUTVKVEpETWpNMEpUSXlKVEpESlRJeVpISmhkMVI1Y0dVbE1qSWxNMEVsTWpKdWIyNWxKVEl5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ptYjI1MFJtRnRhV3g1SlRJeUpUTkJKVEl5UVhKcFlXd2xNaklsTWtNbE1qSnphWHBsSlRJeUpUTkJNVFFsTjBRbE1rTWxNakowWlhoMFFteHZZMnNsTWpJbE0wRWxOVUlsTjBJbE1qSndiM05wZEdsdmJpVXlNaVV6UVNVM1FpVXlNbmdsTWpJbE0wRXhNQ1V5UXlVeU1ua2xNaklsTTBFd0pUSkRKVEl5ZHlVeU1pVXpRU1V5TW5jdE1qQWxNaklsTWtNbE1qSm9KVEl5SlROQkpUSXlhQ1V5TWlVM1JDVXlReVV5TW5SbGVIUWxNaklsTTBFbE1qSk9aV1ZrSlVVeUpUZ3dKVGt6WVdOalpYTnpKVEl3YldsemJXRjBZMmdsTTBOaWNpVXpSV2hwWjJnbE1qQmpZWEpsTFhKbGJHRjBaV1FsTWpCdVpXVmtKVEl3SlRKQ0pUSXdkMlZoYXlVeU1ITmxjblpwWTJVbE1qQmhZMk5sYzNOcFltbHNhWFI1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aVmhIWm01a2RFbHpTRFF4TkRrNU15VXlNaVV6UVNVM1FpVXlNbWxrSlRJeUpUTkJKVEl5WlZoSFptNWtkRWx6U0RReE5EazVNeVV5TWlVeVF5VXlNbTVoYldVbE1qSWxNMEVsTWpKc2FXNXJaWElsTWpJbE1rTWxNakowWlhoMEpUSXlKVE5CSlRJeUpUSXlKVEpESlRJeVozSnZkWEFsTWpJbE0wRWxNaklsTWpJbE1rTWxNakpzYVc1clpYSlVlWEJsSlRJeUpUTkJKVEl5WW5KdmEyVnVKVEl5SlRKREpUSXljRzlwYm5SekpUSXlKVE5CSlRWQ0pUZENKVEl5ZUNVeU1pVXpRVFl5TWk0eU5TVXlReVV5TW5rbE1qSWxNMEUxTXpZdU56VWxOMFFsTWtNbE4wSWxNako0SlRJeUpUTkJOakl5TGpJMUpUSkRKVEl5ZVNVeU1pVXpRVFV6Tmk0M05TVTNSQ1UxUkNVeVF5VXlNbXh2WTJ0bFpDVXlNaVV6UVdaaGJITmxKVEpESlRJeVpHRjBZVUYwZEhKcFluVjBaWE1sTWpJbE0wRWxOVUlsTlVRbE1rTWxNakp3Y205d2N5VXlNaVV6UVNVM1FpVXlNbnBwYm1SbGVDVXlNaVV6UVRJd0pUZEVKVEpESlRJeWJHbHVaVk4wZVd4bEpUSXlKVE5CSlRkQ0pUSXliR2x1WlZkcFpIUm9KVEl5SlROQk1TVXlReVV5TW14cGJtVkRiMnh2Y2lVeU1pVXpRU1V5TWprM0pUSkRPVGNsTWtNNU55VXlNaVUzUkNVeVF5VXlNbVp5YjIwbE1qSWxNMEVsTjBJbE1qSjRKVEl5SlROQk5qSXlMakkxSlRKREpUSXllU1V5TWlVelFUVXhOQzR5TlNVeVF5VXlNbUZ1WjJ4bEpUSXlKVE5CTkM0M01USXpPRGc1T0RBek9EUTJPU1V5UXlVeU1tbGtKVEl5SlROQkpUSXlTRTVHVGxoalQyUlBWVFV5TXprM01DVXlNaVUzUkNVeVF5VXlNblJ2SlRJeUpUTkJKVGRDSlRJeWFXUWxNaklsTTBFbE1qSllXRzF0VmsxUWVtVnhPREk0TVRJekpUSXlKVEpESlRJeWVDVXlNaVV6UVRZeU1pNHlOU1V5UXlVeU1ua2xNaklsTTBFMU5Ua3VNalVsTWtNbE1qSmhibWRzWlNVeU1pVXpRVEV1TlRjd056azJNekkyTnprME9EazNKVGRFSlRKREpUSXlkR1Y0ZEVKc2IyTnJKVEl5SlROQkpUVkNKVFZFSlRKREpUSXlabTl1ZEZOMGVXeGxKVEl5SlROQkpUZENKVEl5Wm05dWRFWmhiV2xzZVNVeU1pVXpRU1V5TWtGeWFXRnNKVEl5SlRKREpUSXljMmw2WlNVeU1pVXpRVEUwSlRkRUpUZEVKVEpESlRJeVJHcExSVmR3WWxOWGJEZ3dPREEwTVNVeU1pVXpRU1UzUWlVeU1tbGtKVEl5SlROQkpUSXlSR3BMUlZkd1lsTlhiRGd3T0RBME1TVXlNaVV5UXlVeU1tNWhiV1VsTWpJbE0wRWxNakp5WldOMFlXNW5iR1VsTWpJbE1rTWxNakowYVhSc1pTVXlNaVV6UVNVeU1pVkZOeVU1UmlWQk9TVkZOU1ZDUkNWQk1pVXlNaVV5UXlVeU1tTmhkR1ZuYjNKNUpUSXlKVE5CSlRJeVltRnphV01sTWpJbE1rTWxNakpuY205MWNDVXlNaVV6UVNVeU1pVXlNaVV5UXlVeU1tZHliM1Z3VG1GdFpTVXlNaVV6UVc1MWJHd2xNa01sTWpKc2IyTnJaV1FsTWpJbE0wRm1ZV3h6WlNVeVF5VXlNbXhwYm1zbE1qSWxNMEVsTWpJbE1qSWxNa01sTWpKamFHbHNaSEpsYmlVeU1pVXpRU1UxUWlVMVJDVXlReVV5TW5CaGNtVnVkQ1V5TWlVelFTVXlNaVV5TWlVeVF5VXlNbkpsYzJsNlpVUnBjaVV5TWlVelFTVTFRaVV5TW5Sc0pUSXlKVEpESlRJeWRISWxNaklsTWtNbE1qSmljaVV5TWlVeVF5VXlNbUpzSlRJeUpUSkRKVEl5YkNVeU1pVXlReVV5TW5RbE1qSWxNa01sTWpKeUpUSXlKVEpESlRJeVlpVXlNaVUxUkNVeVF5VXlNbUYwZEhKcFluVjBaU1V5TWlVelFTVTNRaVV5TW1OdmJuUmhhVzVsY2lVeU1pVXpRV1poYkhObEpUSkRKVEl5ZG1semFXSnNaU1V5TWlVelFYUnlkV1VsTWtNbE1qSnliM1JoZEdGaWJHVWxNaklsTTBGMGNuVmxKVEpESlRJeWJHbHVhMkZpYkdVbE1qSWxNMEYwY25WbEpUSkRKVEl5WTI5c2JHRndjMkZpYkdVbE1qSWxNMEZtWVd4elpTVXlReVV5TW1OdmJHeGhjSE5sWkNVeU1pVXpRV1poYkhObEpUSkRKVEl5Wm1sNFpXUk1hVzVySlRJeUpUTkJabUZzYzJVbE1rTWxNakp0WVhKclpYSlBabVp6WlhRbE1qSWxNMEUxSlRkRUpUSkRKVEl5WkdGMFlVRjBkSEpwWW5WMFpYTWxNaklsTTBFbE5VSWxOMElsTWpKdVlXMWxKVEl5SlROQkpUSXlKVVUxSlVKQkpUaEdKVVUxSlRoR0pVSTNKVEl5SlRKREpUSXlkSGx3WlNVeU1pVXpRU1V5TW01MWJXSmxjaVV5TWlVeVF5VXlNblpoYkhWbEpUSXlKVE5CSlRJeUpUSXlKVEpESlRJeVkyRjBaV2R2Y25rbE1qSWxNMEVsTWpKa1pXWmhkV3gwSlRJeUpUSkRKVEl5YVdRbE1qSWxNMEVsTWpKblUzbEhTbWRPYkhWc056WXhORFl6SlRJeUpUZEVKVEpESlRkQ0pUSXlibUZ0WlNVeU1pVXpRU1V5TWlWRk5TVTVNQ1U0UkNWRk55VkJOeVZDTUNVeU1pVXlReVV5TW5SNWNHVWxNaklsTTBFbE1qSnpkSEpwYm1jbE1qSWxNa01sTWpKMllXeDFaU1V5TWlVelFTVXlNaVV5TWlVeVF5VXlNbU5oZEdWbmIzSjVKVEl5SlROQkpUSXlaR1ZtWVhWc2RDVXlNaVV5UXlVeU1tbGtKVEl5SlROQkpUSXlRVlZFVUZkeWRtOVJWemszTVRFMU9DVXlNaVUzUkNVeVF5VTNRaVV5TW01aGJXVWxNaklsTTBFbE1qSWxSVFlsT0RrbE9EQWxSVFlsT1VNbE9Ea2xSVGdsT0RBbE9EVWxNaklsTWtNbE1qSjBlWEJsSlRJeUpUTkJKVEl5YzNSeWFXNW5KVEl5SlRKREpUSXlkbUZzZFdVbE1qSWxNMEVsTWpJbE1qSWxNa01sTWpKallYUmxaMjl5ZVNVeU1pVXpRU1V5TW1SbFptRjFiSFFsTWpJbE1rTWxNakpwWkNVeU1pVXpRU1V5TWs1VVowWm5Sa1ZCUVVVME1UQXlNVE1sTWpJbE4wUWxNa01sTjBJbE1qSnVZVzFsSlRJeUpUTkJKVEl5SlVVNEpVSkdKVGxGSlVVMkpUaEZKVUUxSlRJeUpUSkRKVEl5ZEhsd1pTVXlNaVV6UVNVeU1teHBibXNsTWpJbE1rTWxNakoyWVd4MVpTVXlNaVV6UVNVeU1pVXlNaVV5UXlVeU1tTmhkR1ZuYjNKNUpUSXlKVE5CSlRJeVpHVm1ZWFZzZENVeU1pVXlReVV5TW1sa0pUSXlKVE5CSlRJeVNISkpabEpUUVhGd2JEUTROekUwTnlVeU1pVTNSQ1V5UXlVM1FpVXlNbTVoYldVbE1qSWxNMEVsTWpJbFJUUWxRa1VsUWtZbFJUY2xRVU1sUWtFbE1qSWxNa01sTWpKMGVYQmxKVEl5SlROQkpUSXljM1J5YVc1bkpUSXlKVEpESlRJeWRtRnNkV1VsTWpJbE0wRWxNaklsTWpJbE1rTWxNakpqWVhSbFoyOXllU1V5TWlVelFTVXlNbVJsWm1GMWJIUWxNaklsTWtNbE1qSnBaQ1V5TWlVelFTVXlNbkpxVEcxU2VYWnhkMUkzTWpnME5ETWxNaklsTjBRbE5VUWxNa01sTWpKd2NtOXdjeVV5TWlVelFTVTNRaVV5TW5nbE1qSWxNMEV5T1RFbE1rTWxNako1SlRJeUpUTkJOamc0SlRKREpUSXlkeVV5TWlVelFUTXlNQ1V5UXlVeU1tZ2xNaklsTTBFMU5DVXlReVV5TW5wcGJtUmxlQ1V5TWlVelFUSXhKVEpESlRJeVlXNW5iR1VsTWpJbE0wRXdKVGRFSlRKREpUSXljMmhoY0dWVGRIbHNaU1V5TWlVelFTVTNRaVV5TW1Gc2NHaGhKVEl5SlROQk1TVTNSQ1V5UXlVeU1teHBibVZUZEhsc1pTVXlNaVV6UVNVM1FpVXlNbXhwYm1WWGFXUjBhQ1V5TWlVelFURWxNa01sTWpKc2FXNWxRMjlzYjNJbE1qSWxNMEVsTWpJNU55VXlRemszSlRKRE9UY2xNaklsTjBRbE1rTWxNakptYVd4c1UzUjViR1VsTWpJbE0wRWxOMElsTWpKamIyeHZjaVV5TWlVelFTVXlNakl4T1NVeVF6STBOU1V5UXpJME5TVXlNaVV5UXlVeU1tUnlZWGRVZVhCbEpUSXlKVE5CSlRJeWJtOXVaU1V5T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Wm05dWRFWmhiV2xzZVNVeU1pVXpRU1V5TWtGeWFXRnNKVEl5SlRKREpUSXljMmw2WlNVeU1pVXpRVEUwSlRkRUpUSkRKVEl5ZEdWNGRFSnNiMk5ySlRJeUpUTkJKVFZDSlRkQ0pUSXljRzl6YVhScGIyNGxNaklsTTBFbE4wSWxNako0SlRJeUpUTkJNVEFsTWtNbE1qSjVKVEl5SlROQk1DVXlReVV5TW5jbE1qSWxNMEVsTWpKM0xUSXdKVEl5SlRKREpUSXlhQ1V5TWlVelFTVXlNbWdsTWpJbE4wUWxNa01sTWpKMFpYaDBKVEl5SlROQkpUSXlRV05qWlhOemFXSnBiR2wwZVNVeU1IQmhjbUZrYjNnbE0wTmljaVV6UlcxdmNtVWxNakJ1WldGeVlua2xNakJ6WlhKMmFXTmxjeVV5TUNWRk1pVTRPU1ZCTUNVeU1HMXZjbVVsTWpCbGNYVnBkR0ZpYkdVbE1qQmhZMk5sYzNN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jBRbE1rTWxNakpRUTFCa1ZuUlpWbEZXTnpreU1qY3pKVEl5SlROQkpUZENKVEl5YVdRbE1qSWxNMEVsTWpKUVExQmtWblJaVmxGV056a3lNamN6SlRJeUpUSkRKVEl5Ym1GdFpTVXlNaVV6UVNVeU1uSmxZM1JoYm1kc1pTVXlNaVV5UXlVeU1uUnBkR3hsSlRJeUpUTkJKVEl5SlVVM0pUbEdKVUU1SlVVMUpVSkVKVUV5SlRJeUpUSkRKVEl5WTJGMFpXZHZjbmtsTWpJbE0wRWxNakppWVhOcFl5VXlNaVV5UXlVeU1tZHliM1Z3SlRJeUpUTkJKVEl5SlRJeUpUSkRKVEl5WjNKdmRYQk9ZVzFsSlRJeUpUTkJiblZzYkNVeVF5VXlNbXh2WTJ0bFpDVXlNaVV6UVdaaGJITmxKVEpESlRJeWJHbHVheVV5TWlVelFTVXlNaVV5TWlVeVF5VXlNbU5vYVd4a2NtVnVKVEl5SlROQkpUVkNKVFZFSlRKREpUSXljR0Z5Wlc1MEpUSXlKVE5CSlRJeUpUSXlKVEpESlRJeWNtVnphWHBsUkdseUpUSXlKVE5CSlRWQ0pUSXlkR3dsTWpJbE1rTWxNakowY2lVeU1pVXlReVV5TW1KeUpUSXlKVEpESlRJeVltd2xNaklsTWtNbE1qSnNKVEl5SlRKREpUSXlkQ1V5TWlVeVF5VXlNbklsTWpJbE1rTWxNakppSlRJeUpUVkVKVEpESlRJeVlYUjBjbWxpZFhSbEpUSXlKVE5CSlRkQ0pUSXlZMjl1ZEdGcGJtVnlKVEl5SlROQlptRnNjMlVsTWtNbE1qSjJhWE5wWW14bEpUSXlKVE5CZEhKMVpTVXlReVV5TW5KdmRHRjBZV0pzWlNVeU1pVXpRWFJ5ZFdVbE1rTWxNakpzYVc1cllXSnNaU1V5TWlVelFYUnlkV1VsTWtNbE1qSmpiMnhzWVhCellXSnNaU1V5TWlVelFXWmhiSE5sSlRKREpUSXlZMjlzYkdGd2MyVmtKVEl5SlROQlptRnNjMlVsTWtNbE1qSm1hWGhsWkV4cGJtc2xNaklsTTBGbVlXeHpaU1V5UXlVeU1tMWhjbXRsY2s5bVpuTmxkQ1V5TWlVelFUVWxOMFFsTWtNbE1qSmtZWFJoUVhSMGNtbGlkWFJsY3lVeU1pVXpRU1UxUWlVM1FpVXlNbTVoYldVbE1qSWxNMEVsTWpJbFJUVWxRa0VsT0VZbFJUVWxPRVlsUWpjbE1qSWxNa01sTWpKMGVYQmxKVEl5SlROQkpUSXliblZ0WW1WeUpUSXlKVEpESlRJeWRtRnNkV1VsTWpJbE0wRWxNaklsTWpJbE1rTWxNakpqWVhSbFoyOXllU1V5TWlVelFTVXlNbVJsWm1GMWJIUWxNaklsTWtNbE1qSnBaQ1V5TWlVelFTVXlNbHBwV21OVFQwNXFXa3N5TmpJMU5URWxNaklsTjBRbE1rTWxOMElsTWpKdVlXMWxKVEl5SlROQkpUSXlKVVUxSlRrd0pUaEVKVVUzSlVFM0pVSXdKVEl5SlRKREpUSXlkSGx3WlNVeU1pVXpRU1V5TW5OMGNtbHVaeVV5TWlVeVF5VXlNblpoYkhWbEpUSXlKVE5CSlRJeUpUSXlKVEpESlRJeVkyRjBaV2R2Y25rbE1qSWxNMEVsTWpKa1pXWmhkV3gwSlRJeUpUSkRKVEl5YVdRbE1qSWxNMEVsTWpKWlUwcGlRa2x3UzBGMk5EVXlOekEzSlRJeUpUZEVKVEpESlRkQ0pUSXlibUZ0WlNVeU1pVXpRU1V5TWlWRk5pVTRPU1U0TUNWRk5pVTVReVU0T1NWRk9DVTRNQ1U0TlNVeU1pVXlReVV5TW5SNWNHVWxNaklsTTBFbE1qSnpkSEpwYm1jbE1qSWxNa01sTWpKMllXeDFaU1V5TWlVelFTVXlNaVV5TWlVeVF5VXlNbU5oZEdWbmIzSjVKVEl5SlROQkpUSXlaR1ZtWVhWc2RDVXlNaVV5UXlVeU1tbGtKVEl5SlROQkpUSXlhVUZCWkVaUWRHZHRjRFkyTURFMU1TVXlNaVUzUkNVeVF5VTNRaVV5TW01aGJXVWxNaklsTTBFbE1qSWxSVGdsUWtZbE9VVWxSVFlsT0VVbFFUVWxNaklsTWtNbE1qSjBlWEJsSlRJeUpUTkJKVEl5YkdsdWF5VXlNaVV5UXlVeU1uWmhiSFZsSlRJeUpUTkJKVEl5SlRJeUpUSkRKVEl5WTJGMFpXZHZjbmtsTWpJbE0wRWxNakprWldaaGRXeDBKVEl5SlRKREpUSXlhV1FsTWpJbE0wRWxNakphVmtkcVoxcHBia0ZuT0RBNE5ERTVKVEl5SlRkRUpUSkRKVGRDSlRJeWJtRnRaU1V5TWlVelFTVXlNaVZGTkNWQ1JTVkNSaVZGTnlWQlF5VkNRU1V5TWlVeVF5VXlNblI1Y0dVbE1qSWxNMEVsTWpKemRISnBibWNsTWpJbE1rTWxNakoyWVd4MVpTVXlNaVV6UVNVeU1pVXlNaVV5UXlVeU1tTmhkR1ZuYjNKNUpUSXlKVE5CSlRJeVpHVm1ZWFZzZENVeU1pVXlReVV5TW1sa0pUSXlKVE5CSlRJeVVsZG5UR0p2YlhwbVNqTXlNekEwT1NVeU1pVTNSQ1UxUkNVeVF5VXlNbkJ5YjNCekpUSXlKVE5CSlRkQ0pUSXllQ1V5TWlVelFUWXpOQ1V5UXlVeU1ua2xNaklsTTBFMk9EZ2xNa01sTWpKM0pUSXlKVE5CTXpReEpUSkRKVEl5YUNVeU1pVXpRVFUwSlRKREpUSXllbWx1WkdWNEpUSXlKVE5CTWpJbE1rTWxNakpoYm1kc1pTVXlNaVV6UVRBbE4wUWxNa01sTWpKemFHRndaVk4wZVd4bEpUSXlKVE5CSlRkQ0pUSXlZV3h3YUdFbE1qSWxNMEV4SlRkRUpUSkRKVEl5YkdsdVpWTjBlV3hsSlRJeUpUTkJKVGRDSlRJeWJHbHVaVmRwWkhSb0pUSXlKVE5CTVNVeVF5VXlNbXhwYm1WRGIyeHZjaVV5TWlVelFTVXlNamszSlRKRE9UY2xNa001TnlVeU1pVTNSQ1V5UXlVeU1tWnBiR3hUZEhsc1pTVXlNaVV6UVNVM1FpVXlNbU52Ykc5eUpUSXlKVE5CSlRJeU1qRTVKVEpETWpRMUpUSkRNalExSlRJeUpUSkRKVEl5WkhKaGQxUjVjR1VsTWpJbE0wRWxNakp1YjI1bEpUSXl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1qSm1iMjUwUm1GdGFXeDVKVEl5SlROQkpUSXlRWEpwWVd3bE1qSWxNa01sTWpKemFYcGxKVEl5SlROQk1UUWxOMFFsTWtNbE1qSjBaWGgwUW14dlkyc2xNaklsTTBFbE5VSWxOMElsTWpKd2IzTnBkR2x2YmlVeU1pVXpRU1UzUWlVeU1uZ2xNaklsTTBFeE1DVXlReVV5TW5rbE1qSWxNMEV3SlRKREpUSXlkeVV5TWlVelFTVXlNbmN0TWpBbE1qSWxNa01sTWpKb0pUSXlKVE5CSlRJeWFDVXlNaVUzUkNVeVF5VXlNblJsZUhRbE1qSWxNMEVsTWpKV2RXeHVaWEpoWW1sc2FYUjVKVEl3Y0dGeVlXUnZlQ1V6UTJKeUpUTkZaR1Z3Y21sMllYUnBiMjRsTWpCaGJHOXVaU1V5TUdOaGJtNXZkQ1V5TUdaMWJHeDVKVEl3Y21Wd2NtVnpaVzUwSlRJd1kyRnlaU1V5TUc1bFpXU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TlkwVlZjRk5KYUZkWU1ETTRNVFUySlRJeUpUTkJKVGRDSlRJeWFXUWxNaklsTTBFbE1qSk5ZMFZWY0ZOSmFGZFlNRE00TVRVMkpUSXlKVEpESlRJeWJtRnRaU1V5TWlVelFTVXlNbXhwYm10bGNpVXlNaVV5UXlVeU1uUmxlSFFsTWpJbE0wRWxNaklsTWpJbE1rTWxNakpuY205MWNDVXlNaVV6UVNVeU1pVXlNaVV5UXlVeU1teHBibXRsY2xSNWNHVWxNaklsTTBFbE1qSmljbTlyWlc0bE1qSWxNa01sTWpKd2IybHVkSE1sTWpJbE0wRWxOVUlsTjBJbE1qSjRKVEl5SlROQk5qSXlMakkxSlRKREpUSXllU1V5TWlVelFUWTFNQzQyTWpVbE4wUWxNa01sTjBJbE1qSjRKVEl5SlROQk5EVXhKVEpESlRJeWVTVXlNaVV6UVRZMU1DNDJNalVsTjBRbE5VUWxNa01sTWpKc2IyTnJaV1FsTWpJbE0wRm1ZV3h6WlNVeVF5VXlNbVJoZEdGQmRIUnlhV0oxZEdWekpUSXlKVE5CSlRWQ0pUVkVKVEpESlRJeWNISnZjSE1sTWpJbE0wRWxOMElsTWpKNmFXNWtaWGdsTWpJbE0wRXlNeVUzUkNVeVF5VXlNbXhwYm1WVGRIbHNaU1V5TWlVelFTVTNRaVV5TW14cGJtVlhhV1IwYUNVeU1pVXpRVEVsTWtNbE1qSnNhVzVsUTI5c2IzSWxNaklsTTBFbE1qSTVOeVV5UXprM0pUSkRPVGNsTWpJbE4wUWxNa01sTWpKbWNtOXRKVEl5SlROQkpUZENKVEl5ZUNVeU1pVXpRVFl5TWk0eU5TVXlReVV5TW5rbE1qSWxNMEUyTVRNdU1qVWxNa01sTWpKaGJtZHNaU1V5TWlVelFUUXVOekV5TXpnNE9UZ3dNemcwTmprbE1rTWxNakpwWkNVeU1pVXpRU1V5TWxoWWJXMVdUVkI2WlhFNE1qZ3hNak1sTWpJbE4wUWxNa01sTWpKMGJ5VXlNaVV6UVNVM1FpVXlNbWxrSlRJeUpUTkJKVEl5UkdwTFJWZHdZbE5YYkRnd09EQTBNU1V5TWlVeVF5VXlNbmdsTWpJbE0wRTBOVEVsTWtNbE1qSjVKVEl5SlROQk5qZzRKVEpESlRJeVlXNW5iR1VsTWpJbE0wRXhMalUzTURjNU5qTXlOamM1TkRnNU55VTNSQ1V5UXlVeU1uUmxlSFJDYkc5amF5VXlNaVV6UVNVMVFpVTFSQ1V5UXlVeU1tWnZiblJUZEhsc1pTVXlNaVV6UVNVM1FpVXlNbVp2Ym5SR1lXMXBiSGtsTWpJbE0wRWxNakpCY21saGJDVXlNaVV5UXlVeU1uTnBlbVVsTWpJbE0wRXhOQ1UzUkNVM1JDVXlReVV5TW5KNlNVZDBlRWx0UVc4ek9EWXdPRGNsTWpJbE0wRWxOMElsTWpKcFpDVXlNaVV6UVNVeU1uSjZTVWQwZUVsdFFXOHpPRFl3T0RjbE1qSWxNa01sTWpKdVlXMWxKVEl5SlROQkpUSXliR2x1YTJWeUpUSXlKVEpESlRJeWRHVjRkQ1V5TWlVelFTVXlNaVV5TWlVeVF5VXlNbWR5YjNWd0pUSXlKVE5CSlRJeUpUSXlKVEpESlRJeWJHbHVhMlZ5Vkhsd1pTVXlNaVV6UVNVeU1tSnliMnRsYmlVeU1pVXlReVV5TW5CdmFXNTBjeVV5TWlVelFTVTFRaVUzUWlVeU1uZ2xNaklsTTBFMk1qSXVNalVsTWtNbE1qSjVKVEl5SlROQk5qVXdMall5TlNVM1JDVXlReVUzUWlVeU1uZ2xNaklsTTBFNE1EUXVOU1V5UXlVeU1ua2xNaklsTTBFMk5UQXVOakkxSlRkRUpUVkVKVEpESlRJeWJHOWphMlZrSlRJeUpUTkJabUZzYzJVbE1rTWxNakprWVhSaFFYUjBjbWxpZFhSbGN5VXlNaVV6UVNVMVFpVTFSQ1V5UXlVeU1uQnliM0J6SlRJeUpUTkJKVGRDSlRJeWVtbHVaR1Y0SlRJeUpUTkJNalFsTjBRbE1rTWxNakpzYVc1bFUzUjViR1VsTWpJbE0wRWxOMElsTWpKc2FXNWxWMmxrZEdnbE1qSWxNMEV4SlRKREpUSXliR2x1WlVOdmJHOXlKVEl5SlROQkpUSXlPVGNsTWtNNU55VXlRemszSlRJeUpUZEVKVEpESlRJeVpuSnZiU1V5TWlVelFTVTNRaVV5TW5nbE1qSWxNMEUyTWpJdU1qVWxNa01sTWpKNUpUSXlKVE5CTmpFekxqSTFKVEpESlRJeVlXNW5iR1VsTWpJbE0wRTBMamN4TWpNNE9EazRNRE00TkRZNUpUSkRKVEl5YVdRbE1qSWxNMEVsTWpKWVdHMXRWazFRZW1WeE9ESTRNVEl6SlRJeUpUZEVKVEpESlRJeWRHOGxNaklsTTBFbE4wSWxNakpwWkNVeU1pVXpRU1V5TWxCRFVHUldkRmxXVVZZM09USXlOek1sTWpJbE1rTWxNako0SlRJeUpUTkJPREEwTGpVbE1rTWxNako1SlRJeUpUTkJOamc0SlRKREpUSXlZVzVuYkdVbE1qSWxNMEV4TGpVM01EYzVOak15TmpjNU5EZzVOeVUzUkNVeVF5VXlNblJsZUhSQ2JHOWpheVV5TWlVelFTVTFRaVUxUkNVeVF5VXlNbVp2Ym5SVGRIbHNaU1V5TWlVelFTVTNRaVV5TW1admJuUkdZVzFwYkhrbE1qSWxNMEVsTWpKQmNtbGhiQ1V5TWlVeVF5VXlNbk5wZW1VbE1qSWxNMEV4TkNVM1JDVTNSQ1V5UXlVeU1uRlZVbTlWVTJoeFRXSTBNak14T0RJbE1qSWxNMEVsTjBJbE1qSnBaQ1V5TWlVelFTVXlNbkZWVW05VlUyaHhUV0kwTWpNeE9ES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WJHOTJXVWRaYkcxWVlqSTJPVEV6TXlVeU1pVTNSQ1V5UXlVM1FpVXlNbTVoYldVbE1qSWxNMEVsTWpJbFJUVWxPVEFsT0VRbFJUY2xRVGNsUWpBbE1qSWxNa01sTWpKMGVYQmxKVEl5SlROQkpUSXljM1J5YVc1bkpUSXlKVEpESlRJeWRtRnNkV1VsTWpJbE0wRWxNaklsTWpJbE1rTWxNakpqWVhSbFoyOXllU1V5TWlVelFTVXlNbVJsWm1GMWJIUWxNaklsTWtNbE1qSnBaQ1V5TWlVelFTVXlNbEpWU0ZOV1RYWlJlRTB4TnprM016Y2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R1QxUmpiVTlvUVdaQk1qWTROemcySlRJeUpUZEVKVEpESlRkQ0pUSXlibUZ0WlNVeU1pVXpRU1V5TWlWRk9DVkNSaVU1UlNWRk5pVTRSU1ZCTlNVeU1pVXlReVV5TW5SNWNHVWxNaklsTTBFbE1qSnNhVzVySlRJeUpUSkRKVEl5ZG1Gc2RXVWxNaklsTTBFbE1qSWxNaklsTWtNbE1qSmpZWFJsWjI5eWVTVXlNaVV6UVNVeU1tUmxabUYxYkhRbE1qSWxNa01sTWpKcFpDVXlNaVV6UVNVeU1tUmllRWRzU1VSVmMxQTBOalV4TURFbE1qSWxOMFFsTWtNbE4wSWxNakp1WVcxbEpUSXlKVE5CSlRJeUpVVTBKVUpGSlVKR0pVVTNKVUZESlVKQkpUSXlKVEpESlRJeWRIbHdaU1V5TWlVelFTVXlNbk4wY21sdVp5VXlNaVV5UXlVeU1uWmhiSFZsSlRJeUpUTkJKVEl5SlRJeUpUSkRKVEl5WTJGMFpXZHZjbmtsTWpJbE0wRWxNakprWldaaGRXeDBKVEl5SlRKREpUSXlhV1FsTWpJbE0wRWxNakpDUW1KMVpsUkhVSFp6TlRRMU16RXpKVEl5SlRkRUpUVkVKVEpESlRJeWNISnZjSE1sTWpJbE0wRWxOMElsTWpKNEpUSXlKVE5CTlRFd0xqSXdPRE16TWpBMk1UYzJOellsTWtNbE1qSjVKVEl5SlROQk9ETTBKVEpESlRJeWR5VXlNaVV6UVRJeU5DNHdPRE16TXpVNE56WTBOalE0TkNVeVF5VXlNbWdsTWpJbE0wRTFOQ1V5UXlVeU1ucHBibVJsZUNVeU1pVXpRVEkxSlRKREpUSXlZVzVuYkdVbE1qSWxNMEV3SlRkRUpUSkRKVEl5YzJoaGNHVlRkSGxzWlNVeU1pVXpRU1UzUWlVeU1tRnNjR2hoSlRJeUpUTkJNU1UzUkNVeVF5VXlNbXhwYm1WVGRIbHNaU1V5TWlVelFTVTNRaVV5TW14cGJtVlhhV1IwYUNVeU1pVXpRVEV1TlNVeVF5VXlNbXhwYm1WRGIyeHZjaVV5TWlVelFTVXlNamszSlRKRE9UY2xNa001TnlVeU1pVTNSQ1V5UXlVeU1tWnBiR3hUZEhsc1pTVXlNaVV6UVNVM1FpVXlNbU52Ykc5eUpUSXlKVE5CSlRJeU1qSTVKVEpETWpRMkpUSkRNakU0SlRJeUpUSkRKVEl5WkhKaGQxUjVjR1VsTWpJbE0wRWxNakp1YjI1bEpUSXl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1qSm1iMjUwUm1GdGFXeDVKVEl5SlROQkpUSXlRWEpwWVd3bE1qSWxNa01sTWpKemFYcGxKVEl5SlROQk1UUWxOMFFsTWtNbE1qSjBaWGgwUW14dlkyc2xNaklsTTBFbE5VSWxOMElsTWpKd2IzTnBkR2x2YmlVeU1pVXpRU1UzUWlVeU1uZ2xNaklsTTBFeE1DVXlReVV5TW5rbE1qSWxNMEV3SlRKREpUSXlkeVV5TWlVelFTVXlNbmN0TWpBbE1qSWxNa01sTWpKb0pUSXlKVE5CSlRJeWFDVXlNaVUzUkNVeVF5VXlNblJsZUhRbE1qSWxNMEVsTWpKRFlYSmxMWE5sYm5OcGRHbDJaU1V5TURFMUxXMXBiblYwWlNVeU1HTnBkSGt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k1iMU5HZW0xc2MxUk9PVGN6TlRBeUpUSXlKVE5CSlRkQ0pUSXlhV1FsTWpJbE0wRWxNakpNYjFOR2VtMXNjMVJPT1Rjek5UQXlKVEl5SlRKREpUSXlibUZ0WlNVeU1pVXpRU1V5TW14cGJtdGxjaVV5TWlVeVF5VXlNblJsZUhRbE1qSWxNMEVsTWpJbE1qSWxNa01sTWpKbmNtOTFjQ1V5TWlVelFTVXlNaVV5TWlVeVF5VXlNbXhwYm10bGNsUjVjR1VsTWpJbE0wRWxNakppY205clpXNGxNaklsTWtNbE1qSndiMmx1ZEhNbE1qSWxNMEVsTlVJbE4wSWxNako0SlRJeUpUTkJORFV4SlRKREpUSXllU1V5TWlVelFUYzRPQ1UzUkNVeVF5VTNRaVV5TW5nbE1qSWxNMEUyTWpJdU1qVXdNek15TURZeE56WTNOaVV5UXlVeU1ua2xNaklsTTBFM09EZ2xOMFFsTlVRbE1rTWxNakpzYjJOclpXUWxNaklsTTBGbVlXeHpaU1V5UXlVeU1tUmhkR0ZCZEhSeWFXSjFkR1Z6SlRJeUpUTkJKVFZDSlRWRUpUSkRKVEl5Y0hKdmNITWxNaklsTTBFbE4wSWxNako2YVc1a1pYZ2xNaklsTTBFeU5pVTNSQ1V5UXlVeU1teHBibVZUZEhsc1pTVXlNaVV6UVNVM1FpVXlNbXhwYm1WWGFXUjBhQ1V5TWlVelFURWxNa01sTWpKc2FXNWxRMjlzYjNJbE1qSWxNMEVsTWpJNU55VXlRemszSlRKRE9UY2xNaklsTjBRbE1rTWxNakptY205dEpUSXlKVE5CSlRkQ0pUSXllQ1V5TWlVelFUUTFNU1V5UXlVeU1ua2xNaklsTTBFM05ESWxNa01sTWpKaGJtZHNaU1V5TWlVelFUUXVOekV5TXpnNE9UZ3dNemcwTmprbE1rTWxNakpwWkNVeU1pVXpRU1V5TWtScVMwVlhjR0pUVjJ3NE1EZ3dOREVsTWpJbE4wUWxNa01sTWpKMGJ5VXlNaVV6UVNVM1FpVXlNbWxrSlRJeUpUTkJKVEl5Y1ZWU2IxVlRhSEZOWWpReU16RTRNaVV5TWlVeVF5VXlNbmdsTWpJbE0wRTJNakl1TWpVd016TXlNRFl4TnpZM05pVXlReVV5TW5rbE1qSWxNMEU0TXpRbE1rTWxNakpoYm1kc1pTVXlNaVV6UVRFdU5UY3dOemsyTXpJMk56azBPRGszSlRkRUpUSkRKVEl5ZEdWNGRFSnNiMk5ySlRJeUpUTkJKVFZDSlRWRUpUSkRKVEl5Wm05dWRGTjBlV3hsSlRJeUpUTkJKVGRDSlRJeVptOXVkRVpoYldsc2VTVXlNaVV6UVNVeU1rRnlhV0ZzSlRJeUpUSkRKVEl5YzJsNlpTVXlNaVV6UVRFMEpUZEVKVGRFSlRKREpUSXlRazEwZEcxbFRuaEtTVEF6TkRjME5pVXlNaVV6UVNVM1FpVXlNbWxrSlRJeUpUTkJKVEl5UWsxMGRHMWxUbmhLU1RBek5EYzBOaVV5TWlVeVF5VXlNbTVoYldVbE1qSWxNMEVsTWpKc2FXNXJaWElsTWpJbE1rTWxNakowWlhoMEpUSXlKVE5CSlRJeUpUSXlKVEpESlRJeVozSnZkWEFsTWpJbE0wRWxNaklsTWpJbE1rTWxNakpzYVc1clpYSlVlWEJsSlRJeUpUTkJKVEl5WW5KdmEyVnVKVEl5SlRKREpUSXljRzlwYm5SekpUSXlKVE5CSlRWQ0pUZENKVEl5ZUNVeU1pVXpRVGd3TkM0MUpUSkRKVEl5ZVNVeU1pVXpRVGM0T0NVM1JDVXlReVUzUWlVeU1uZ2xNaklsTTBFMk1qSXVNalV3TXpNeU1EWXhOelkzTmlVeVF5VXlNbmtsTWpJbE0wRTNPRGdsTjBRbE5VUWxNa01sTWpKc2IyTnJaV1FsTWpJbE0wRm1ZV3h6WlNVeVF5VXlNbVJoZEdGQmRIUnlhV0oxZEdWekpUSXlKVE5CSlRWQ0pUVkVKVEpESlRJeWNISnZjSE1sTWpJbE0wRWxOMElsTWpKNmFXNWtaWGdsTWpJbE0wRXlOeVUzUkNVeVF5VXlNbXhwYm1WVGRIbHNaU1V5TWlVelFTVTNRaVV5TW14cGJtVlhhV1IwYUNVeU1pVXpRVEVsTWtNbE1qSnNhVzVsUTI5c2IzSWxNaklsTTBFbE1qSTVOeVV5UXprM0pUSkRPVGNsTWpJbE4wUWxNa01sTWpKbWNtOXRKVEl5SlROQkpUZENKVEl5ZUNVeU1pVXpRVGd3TkM0MUpUSkRKVEl5ZVNVeU1pVXpRVGMwTWlVeVF5VXlNbUZ1WjJ4bEpUSXlKVE5CTkM0M01USXpPRGc1T0RBek9EUTJPU1V5UXlVeU1tbGtKVEl5SlROQkpUSXlVRU5RWkZaMFdWWlJWamM1TWpJM015VXlNaVUzUkNVeVF5VXlNblJ2SlRJeUpUTkJKVGRDSlRJeWFXUWxNaklsTTBFbE1qSnhWVkp2VlZOb2NVMWlOREl6TVRneUpUSXlKVEpESlRJeWVDVXlNaVV6UVRZeU1pNHlOVEF6TXpJd05qRTNOamMySlRKREpUSXllU1V5TWlVelFUZ3pOQ1V5UXlVeU1tRnVaMnhsSlRJeUpUTkJNUzQxTnpBM09UWXpNalkzT1RRNE9UY2xOMFFsTWtNbE1qSjBaWGgwUW14dlkyc2xNaklsTTBFbE5VSWxOVVFsTWtNbE1qSm1iMjUwVTNSNWJHVWxNaklsTTBFbE4wSWxNakptYjI1MFJtRnRhV3g1SlRJeUpUTkJKVEl5UVhKcFlXd2xNaklsTWtNbE1qSnphWHBsSlRJeUpUTkJNVFFsTjBRbE4wUWxOMFFsTWtNbE1qSmpiMjF0Wlc1MGN5VXlNaVV6UVNVMVFpVTFSQ1V5UXlVeU1uQnNkV2RwYm5NbE1qSWxNMEVsTjBJbE4wUWxNa01sTWpKaGFVTnZiblJoYVc1bGNuTWxNaklsTTBFbE4wSWxOMFFsTWtNbE1qSnBibk5sY25SUVlXZGxUM0IwY3lVeU1pVXpRU1UzUWlVM1JDVXlReVV5TW5CdmMzUlFZWGx0Wlc1MEpUSXlKVE5CSlRkQ0pUZEVKVEpESlRJeWRHaGxiV1VsTWpJbE0wRWxOMElsTWpKd1lXZGxKVEl5SlROQkpUZENKVEl5WW1GamEyZHliM1Z1WkVOdmJHOXlKVEl5SlROQkpUSXlkSEpoYm5Od1lYSmxiblFsTWpJbE4wUWxOMFFsTjBRPSIsCgkiRmlsZUlkIiA6ICJlOTNlYjA1Yy0wMmUzLTQ5MDMtOGM4OS05MjYxOTMyMDVkNGQiCn0K"/>
    </extobj>
    <extobj name="E657119C-6982-421D-8BA7-E74DEB70A7D9-2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ek5qWWxNa01sTWpKemFHOTNSM0pwWkNVeU1pVXpRWFJ5ZFdVbE1rTWxNakp5YVdOb1ZHVjRkQ1V5TWlVelFYUnlkV1VsTWtNbE1qSm9aV2xuYUhRbE1qSWxNMEV4TURRM0pUZEVKVEpESlRJeVpXeGxiV1Z1ZEhNbE1qSWxNMEVsTjBJbE1qSlJaVzl5Wkd0clVsZG1PREUyTVRnNUpUSXlKVE5CSlRkQ0pUSXlhV1FsTWpJbE0wRWxNakpSWlc5eVpHdHJVbGRtT0RFMk1UZzV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tMXlhSEpGZEVGS1VuZ3dPRGd5T0RJbE1qSWxOMFFsTWtNbE4wSWxNakp1WVcxbEpUSXlKVE5CSlRJeUpVVTFKVGt3SlRoRUpVVTNKVUUzSlVJd0pUSXlKVEpESlRJeWRIbHdaU1V5TWlVelFTVXlNbk4wY21sdVp5VXlNaVV5UXlVeU1uWmhiSFZsSlRJeUpUTkJKVEl5SlRJeUpUSkRKVEl5WTJGMFpXZHZjbmtsTWpJbE0wRWxNakprWldaaGRXeDBKVEl5SlRKREpUSXlhV1FsTWpJbE0wRWxNakpJYVZoclMwcEZTbmhSTkRRMU1ETTB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JIVkRSa1Z0WVZsSlJqY3hORGMwTVNVeU1pVTNSQ1V5UXlVM1FpVXlNbTVoYldVbE1qSWxNMEVsTWpJbFJUZ2xRa1lsT1VVbFJUWWxPRVVsUVRVbE1qSWxNa01sTWpKMGVYQmxKVEl5SlROQkpUSXliR2x1YXlVeU1pVXlReVV5TW5aaGJIVmxKVEl5SlROQkpUSXlKVEl5SlRKREpUSXlZMkYwWldkdmNua2xNaklsTTBFbE1qSmtaV1poZFd4MEpUSXlKVEpESlRJeWFXUWxNaklsTTBFbE1qSk1VMjl6UjBkTFkxRnlPRGswTkRJM0pUSXlKVGRFSlRKREpUZENKVEl5Ym1GdFpTVXlNaVV6UVNVeU1pVkZOQ1ZDUlNWQ1JpVkZOeVZCUXlWQ1FTVXlNaVV5UXlVeU1uUjVjR1VsTWpJbE0wRWxNakp6ZEhKcGJtY2xNaklsTWtNbE1qSjJZV3gxWlNVeU1pVXpRU1V5TWlVeU1pVXlReVV5TW1OaGRHVm5iM0o1SlRJeUpUTkJKVEl5WkdWbVlYVnNkQ1V5TWlVeVF5VXlNbWxrSlRJeUpUTkJKVEl5V2xOVGNYUmxlRU5qY3pBME16TXlOU1V5TWlVM1JDVTFSQ1V5UXlVeU1uQnliM0J6SlRJeUpUTkJKVGRDSlRJeWVDVXlNaVV6UVRFek15NHlPRFUzTVRReU9EVTNNVFF6SlRKREpUSXllU1V5TWlVelFUSTFMalEyTkRJNE5UY3hOREk0TlRjeU1pVXlReVV5TW5jbE1qSWxNMEV4T0RFdU5USXpOemswT1RreE5qSTVORGNsTWtNbE1qSm9KVEl5SlROQk1UQTNMalUzTVRReU9EVTNNVFF5T0RVNEpUSkRKVEl5ZW1sdVpHVjRKVEl5SlROQk1TVXlReVV5TW1GdVoyeGxKVEl5SlROQk1DVTNSQ1V5UXlVeU1uTm9ZWEJsVTNSNWJHVWxNaklsTTBFbE4wSWxNakpoYkhCb1lTVXlNaVV6UVRFbE4wUWxNa01sTWpKc2FXNWxVM1I1YkdVbE1qSWxNMEVsTjBJbE1qSnNhVzVsVjJsa2RHZ2xNaklsTTBFeExqVWxNa01sTWpKc2FXNWxRMjlzYjNJbE1qSWxNMEVsTWpJNU55VXlRemszSlRKRE9UY2xNaklsTjBRbE1rTWxNakptYVd4c1UzUjViR1VsTWpJbE0wRWxOMElsTWpKamIyeHZjaVV5TWlVelFTVXlNakl5T1NVeVF6STBOaVV5UXpJeE9DVXlNaVV5UXlVeU1tUnlZWGRVZVhCbEpUSXlKVE5CSlRJeWJtOXVaU1V5T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WW05c1pDVXlNaVV6UVdaaGJITmxKVEpESlRJeVptOXVkRVpoYldsc2VTVXlNaVV6UVNVeU1rRnlhV0ZzSlRJeUpUSkRKVEl5YzJsNlpTVXlNaVV6UVRFMEpUZEVKVEpESlRJeWRHVjRkRUpzYjJOckpUSXlKVE5CSlRWQ0pUZENKVEl5Y0c5emFYUnBiMjRsTWpJbE0wRWxOMElsTWpKNEpUSXlKVE5CTVRBbE1rTWxNako1SlRJeUpUTkJNQ1V5UXlVeU1uY2xNaklsTTBFbE1qSjNMVEl3SlRJeUpUSkRKVEl5YUNVeU1pVXpRU1V5TW1nbE1qSWxOMFFsTWtNbE1qSjBaWGgwSlRJeUpUTkJKVEl5SlRORFlpVXpSVUZqWTJWemMybGlhV3hwZEhrbE1qQnBibkIxZEhNbE0wTWxNa1ppSlRORkpUTkRZbklsTTBWTVUwOUJKVEl3YjNKcFoybHVjeVV6UTJKeUpUTkZUMU5OSlRJd1lXMWxibWwwYVdWekpUTkRZbklsTTBWUFUwMGxNakIzWVd4cmFXNW5KVEl3Ym1WMGQyOXlheVV6UTJKeUpUTkZWR1pNSlRJd1IxUkdVe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sTkljRkpDUkdSNldrazNOakV6T0RNbE1qSWxNMEVsTjBJbE1qSnBaQ1V5TWlVelFTVXlNbE5JY0ZKQ1JHUjZXa2szTmpFek9ET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ZWUkZjR1JxWVZOaWVqVTBNalV6T0NVeU1pVTNSQ1V5UXlVM1FpVXlNbTVoYldVbE1qSWxNMEVsTWpJbFJUVWxPVEFsT0VRbFJUY2xRVGNsUWpBbE1qSWxNa01sTWpKMGVYQmxKVEl5SlROQkpUSXljM1J5YVc1bkpUSXlKVEpESlRJeWRtRnNkV1VsTWpJbE0wRWxNaklsTWpJbE1rTWxNakpqWVhSbFoyOXllU1V5TWlVelFTVXlNbVJsWm1GMWJIUWxNaklsTWtNbE1qSnBaQ1V5TWlVelFTVXlNbEJQV1ZSSFNFVkZaMWsyTkRReE5UW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c2FHMVdlazFqVDI5ck5Ua3lNRFF4SlRJeUpUZEVKVEpESlRkQ0pUSXlibUZ0WlNVeU1pVXpRU1V5TWlWRk9DVkNSaVU1UlNWRk5pVTRSU1ZCTlNVeU1pVXlReVV5TW5SNWNHVWxNaklsTTBFbE1qSnNhVzVySlRJeUpUSkRKVEl5ZG1Gc2RXVWxNaklsTTBFbE1qSWxNaklsTWtNbE1qSmpZWFJsWjI5eWVTVXlNaVV6UVNVeU1tUmxabUYxYkhRbE1qSWxNa01sTWpKcFpDVXlNaVV6UVNVeU1rZFZaV1JJWjBsSFdGWTNNemc0TmpJbE1qSWxOMFFsTWtNbE4wSWxNakp1WVcxbEpUSXlKVE5CSlRJeUpVVTBKVUpGSlVKR0pVVTNKVUZESlVKQkpUSXlKVEpESlRJeWRIbHdaU1V5TWlVelFTVXlNbk4wY21sdVp5VXlNaVV5UXlVeU1uWmhiSFZsSlRJeUpUTkJKVEl5SlRJeUpUSkRKVEl5WTJGMFpXZHZjbmtsTWpJbE0wRWxNakprWldaaGRXeDBKVEl5SlRKREpUSXlhV1FsTWpJbE0wRWxNakpQV0VGNVYyaFVVM0p5T1RReU5qYzBKVEl5SlRkRUpUVkVKVEpESlRJeWNISnZjSE1sTWpJbE0wRWxOMElsTWpKNEpUSXlKVE5CTVRRekxqSXpPREE1TVRZd05UQTFNREkzSlRKREpUSXllU1V5TWlVelFURTJOeTQ0TlRjeE5ESTROVGN4TkRJNEpUSkRKVEl5ZHlVeU1pVXpRVEUyTVM0Mk1Ua3dOREF6TlRJNU5UYzFOeVV5UXlVeU1tZ2xNaklsTTBFNE55NDROVGN4TkRJNE5UY3hOREk1TWlVeVF5VXlNbnBwYm1SbGVDVXlNaVV6UVRJbE1rTWxNakpoYm1kc1pTVXlNaVV6UVRBbE4wUWxNa01sTWpKemFHRndaVk4wZVd4bEpUSXlKVE5CSlRkQ0pUSXlZV3h3YUdFbE1qSWxNMEV4SlRkRUpUSkRKVEl5YkdsdVpWTjBlV3hsSlRJeUpUTkJKVGRDSlRJeWJHbHVaVmRwWkhSb0pUSXlKVE5CTVM0MUpUSkRKVEl5YkdsdVpVTnZiRzl5SlRJeUpUTkJKVEl5T1RjbE1rTTVOeVV5UXprM0pUSXlKVGRFSlRKREpUSXlabWxzYkZOMGVXeGxKVEl5SlROQkpUZENKVEl5WTI5c2IzSWxNaklsTTBFbE1qSXlNamtsTWtNeU5EWWxNa015TVRnbE1qSWxNa01sTWpKa2NtRjNWSGx3WlNVeU1pVXpRU1V5TW01dmJtVWxNaklsTjBRbE1rTWxNakowYUdWdFpTVXlNaVV6UVNVM1FpVTNSQ1V5UXlVeU1uQmhkR2dsTWpJbE0wRWxOVUlsTjBJbE1qSmhZM1JwYjI1ekpUSXlKVE5CSlRWQ0pUZENKVEl5WVdOMGFXOXVKVEl5SlROQkpUSXliVzkyWlNVeU1pVXlReVV5TW5nbE1qSWxNMEVsTWpJd0pUSXlKVEpESlRJeWVTVXlNaVV6UVNVeU1qQWxNaklsTjBRbE1rTWxOMElsTWpKaFkzUnBiMjRsTWpJbE0wRWxNakpzYVc1bEpUSXlKVEpESlRJeWVDVXlNaVV6UVNVeU1uY2xNaklsTWtNbE1qSjVKVEl5SlROQkpUSXlNQ1V5TWlVM1JDVXlReVUzUWlVeU1tRmpkR2x2YmlVeU1pVXpRU1V5TW14cGJtVWxNaklsTWtNbE1qSjRKVEl5SlROQkpUSXlkeVV5TWlVeVF5VXlNbmtsTWpJbE0wRWxNakpvSlRJeUpUZEVKVEpESlRkQ0pUSXlZV04wYVc5dUpUSXlKVE5CSlRJeWJHbHVaU1V5TWlVeVF5VXlNbmdsTWpJbE0wRWxNakl3SlRJeUpUSkRKVEl5ZVNVeU1pVXpRU1V5TW1nbE1qSWxOMFFsTWtNbE4wSWxNakpoWTNScGIyNGxNaklsTTBFbE1qSmpiRzl6WlNVeU1pVTNSQ1UxUkNVM1JDVTFSQ1V5UXlVeU1tWnZiblJUZEhsc1pTVXlNaVV6UVNVM1FpVXlNbVp2Ym5SR1lXMXBiSGtsTWpJbE0wRWxNakpCY21saGJDVXlNaVV5UXlVeU1uTnBlbVVsTWpJbE0wRXhOQ1UzUkNVeVF5VXlNblJsZUhSQ2JHOWpheVV5TWlVelFTVTFRaVUzUWlVeU1uQnZjMmwwYVc5dUpUSXlKVE5CSlRkQ0pUSXllQ1V5TWlVelFURXdKVEpESlRJeWVTVXlNaVV6UVRBbE1rTWxNakozSlRJeUpUTkJKVEl5ZHkweU1DVXlNaVV5UXlVeU1tZ2xNaklsTTBFbE1qSm9KVEl5SlRkRUpUSkRKVEl5ZEdWNGRDVXlNaVV6UVNVeU1pVXpRMklsTTBWU05YSWxNakIwY21GMlpXd3RkR2x0WlNVeU1HMXZaR1ZzYkdsdVp5VXpReVV5Um1JbE0wVWxNME5pY2lVelJWZEJURXNsTWpBeE5TVXlNRzFwYmlVelEySnlKVE5GVjBGTVN5VXlNQ1V5UWlVeU1GQlVKVEl3TXpBbE1qQnRhVzR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ndXbWxKUkVSb2EyVnFOVGc0TURZMkpUSXlKVE5CSlRkQ0pUSXlhV1FsTWpJbE0wRWxNakp3V21sSlJFUm9hMlZxTlRnNE1EWTJ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sTnlkMXBsVUV4aWRsRTRNall6TVRFbE1qSWxOMFFsTWtNbE4wSWxNakp1WVcxbEpUSXlKVE5CSlRJeUpVVTFKVGt3SlRoRUpVVTNKVUUzSlVJd0pUSXlKVEpESlRJeWRIbHdaU1V5TWlVelFTVXlNbk4wY21sdVp5VXlNaVV5UXlVeU1uWmhiSFZsSlRJeUpUTkJKVEl5SlRJeUpUSkRKVEl5WTJGMFpXZHZjbmtsTWpJbE0wRWxNakprWldaaGRXeDBKVEl5SlRKREpUSXlhV1FsTWpJbE0wRWxNakpSUTJOT1dWaElkV05qTXpJNU1qVTB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JsQkJXVmxEZG5oWGFUQTFNVEUyT0NVeU1pVTNSQ1V5UXlVM1FpVXlNbTVoYldVbE1qSWxNMEVsTWpJbFJUZ2xRa1lsT1VVbFJUWWxPRVVsUVRVbE1qSWxNa01sTWpKMGVYQmxKVEl5SlROQkpUSXliR2x1YXlVeU1pVXlReVV5TW5aaGJIVmxKVEl5SlROQkpUSXlKVEl5SlRKREpUSXlZMkYwWldkdmNua2xNaklsTTBFbE1qSmtaV1poZFd4MEpUSXlKVEpESlRJeWFXUWxNaklsTTBFbE1qSk1kRTVJVldadGMyZDJOalk0TlRreUpUSXlKVGRFSlRKREpUZENKVEl5Ym1GdFpTVXlNaVV6UVNVeU1pVkZOQ1ZDUlNWQ1JpVkZOeVZCUXlWQ1FTVXlNaVV5UXlVeU1uUjVjR1VsTWpJbE0wRWxNakp6ZEhKcGJtY2xNaklsTWtNbE1qSjJZV3gxWlNVeU1pVXpRU1V5TWlVeU1pVXlReVV5TW1OaGRHVm5iM0o1SlRJeUpUTkJKVEl5WkdWbVlYVnNkQ1V5TWlVeVF5VXlNbWxrSlRJeUpUTkJKVEl5YUdsUWJsVjJVR1JCVERJeE1UZzFPQ1V5TWlVM1JDVTFSQ1V5UXlVeU1uQnliM0J6SlRJeUpUTkJKVGRDSlRJeWVDVXlNaVV6UVRFek5pNHdPVFV5TXpRME5qSXhPVE13T0NVeVF5VXlNbmtsTWpJbE0wRXlPVEF1TlRNMU56RTBNamcxTnpFME1pVXlReVV5TW5jbE1qSWxNMEV4TnpVdU9UQTBOelUwTmpNNE5qY3hPU1V5UXlVeU1tZ2xNaklsTTBFeE1ESXVOekUwTWpnMU56RTBNamcxTnpJbE1rTWxNako2YVc1a1pYZ2xNaklsTTBFekpUSkRKVEl5WVc1bmJHVWxNaklsTTBFd0pUZEVKVEpESlRJeWMyaGhjR1ZUZEhsc1pTVXlNaVV6UVNVM1FpVXlNbUZzY0doaEpUSXlKVE5CTVNVM1JDVXlReVV5TW14cGJtVlRkSGxzWlNVeU1pVXpRU1UzUWlVeU1teHBibVZYYVdSMGFDVXlNaVV6UVRFdU5TVXlReVV5TW14cGJtVkRiMnh2Y2lVeU1pVXpRU1V5TWprM0pUSkRPVGNsTWtNNU55VXlNaVUzUkNVeVF5VXlNbVpwYkd4VGRIbHNaU1V5TWlVelFTVTNRaVV5TW1OdmJHOXlKVEl5SlROQkpUSXlNakk1SlRKRE1qUTJKVEpETWpFNEpUSXlKVEpESlRJeVpISmhkMVI1Y0dVbE1qSWxNMEVsTWpKdWIyNWxKVEl5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ptYjI1MFJtRnRhV3g1SlRJeUpUTkJKVEl5UVhKcFlXd2xNaklsTWtNbE1qSnphWHBsSlRJeUpUTkJNVFFsTjBRbE1rTWxNakowWlhoMFFteHZZMnNsTWpJbE0wRWxOVUlsTjBJbE1qSndiM05wZEdsdmJpVXlNaVV6UVNVM1FpVXlNbmdsTWpJbE0wRXhNQ1V5UXlVeU1ua2xNaklsTTBFd0pUSkRKVEl5ZHlVeU1pVXpRU1V5TW5jdE1qQWxNaklsTWtNbE1qSm9KVEl5SlROQkpUSXlhQ1V5TWlVM1JDVXlReVV5TW5SbGVIUWxNaklsTTBFbE1qSlRaWEoyYVdObEpUSXdZV05qWlhOemFXSnBiR2wwZVNVeU1HbHVaR2xqWVhSdmNuTWxNME5pY2lVelJXNWxZWEpsYzNRbE1qQjBjbUYyWld3bE1qQjBhVzFsSlRORFluSWxNMFZ5WldGamFHRmliR1VsTWpCbVlXTnBiR2wwZVNVeU1HTnZkVzUwY3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E4wWW5OVmMxSlZSVXN5T1RjMU56UWxNaklsTTBFbE4wSWxNakpwWkNVeU1pVXpRU1V5TWxOMFluTlZjMUpWUlVzeU9UYzFOelF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WMjFKVFdkU2MwdEtkamd4TXpjeU5TVXlNaVUzUkNVeVF5VTNRaVV5TW01aGJXVWxNaklsTTBFbE1qSWxSVFVsT1RBbE9FUWxSVGNsUVRjbFFqQWxNaklsTWtNbE1qSjBlWEJsSlRJeUpUTkJKVEl5YzNSeWFXNW5KVEl5SlRKREpUSXlkbUZzZFdVbE1qSWxNMEVsTWpJbE1qSWxNa01sTWpKallYUmxaMjl5ZVNVeU1pVXpRU1V5TW1SbFptRjFiSFFsTWpJbE1rTWxNakpwWkNVeU1pVXpRU1V5TWxkcmNGVm9SVzFNYVdzME5EZzNNVGN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kRWbGRoZVhOc1RYVkVORGd5TkRNMkpUSXlKVGRFSlRKREpUZENKVEl5Ym1GdFpTVXlNaVV6UVNVeU1pVkZPQ1ZDUmlVNVJTVkZOaVU0UlNWQk5TVXlNaVV5UXlVeU1uUjVjR1VsTWpJbE0wRWxNakpzYVc1ckpUSXlKVEpESlRJeWRtRnNkV1VsTWpJbE0wRWxNaklsTWpJbE1rTWxNakpqWVhSbFoyOXllU1V5TWlVelFTVXlNbVJsWm1GMWJIUWxNaklsTWtNbE1qSnBaQ1V5TWlVelFTVXlNbXQxWTBKeFUzSnFTbTQ1TlRRNE9UWWxNaklsTjBRbE1rTWxOMElsTWpKdVlXMWxKVEl5SlROQkpUSXlKVVUwSlVKRkpVSkdKVVUzSlVGREpVSkJKVEl5SlRKREpUSXlkSGx3WlNVeU1pVXpRU1V5TW5OMGNtbHVaeVV5TWlVeVF5VXlNblpoYkhWbEpUSXlKVE5CSlRJeUpUSXlKVEpESlRJeVkyRjBaV2R2Y25rbE1qSWxNMEVsTWpKa1pXWmhkV3gwSlRJeUpUSkRKVEl5YVdRbE1qSWxNMEVsTWpKdldGVlNlR2xFVjJwUk5ESXlNak0xSlRJeUpUZEVKVFZFSlRKREpUSXljSEp2Y0hNbE1qSWxNMEVsTjBJbE1qSjRKVEl5SlROQk5qVXVNemd3T1RRNE56UTNPVEEzTXpVbE1rTWxNako1SlRJeUpUTkJOREk0TGpBM01UUXlPRFUzTVRReU9EUTBKVEpESlRJeWR5VXlNaVV6UVRNeE55NHpNek16TWpZd05qY3lORE0wSlRKREpUSXlhQ1V5TWlVelFUYzBMakUwTWpnMU56RTBNamcxTnpFM0pUSkRKVEl5ZW1sdVpHVjRKVEl5SlROQk5DVXlReVV5TW1GdVoyeGxKVEl5SlROQk1DVTNSQ1V5UXlVeU1uTm9ZWEJsVTNSNWJHVWxNaklsTTBFbE4wSWxNakpoYkhCb1lTVXlNaVV6UVRFbE4wUWxNa01sTWpKc2FXNWxVM1I1YkdVbE1qSWxNMEVsTjBJbE1qSnNhVzVsVjJsa2RHZ2xNaklsTTBFeExqVWxNa01sTWpKc2FXNWxRMjlzYjNJbE1qSWxNMEVsTWpJNU55VXlRemszSlRKRE9UY2xNaklsTjBRbE1rTWxNakptYVd4c1UzUjViR1VsTWpJbE0wRWxOMElsTWpKamIyeHZjaVV5TWlVelFTVXlNakl5T1NVeVF6STBOaVV5UXpJeE9DVXlNaVV5UXlVeU1tUnlZWGRVZVhCbEpUSXlKVE5CSlRJeWJtOXVaU1V5T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Wm05dWRFWmhiV2xzZVNVeU1pVXpRU1V5TWtGeWFXRnNKVEl5SlRKREpUSXljMmw2WlNVeU1pVXpRVEUwSlRkRUpUSkRKVEl5ZEdWNGRFSnNiMk5ySlRJeUpUTkJKVFZDSlRkQ0pUSXljRzl6YVhScGIyNGxNaklsTTBFbE4wSWxNako0SlRJeUpUTkJNVEFsTWtNbE1qSjVKVEl5SlROQk1DVXlReVV5TW5jbE1qSWxNMEVsTWpKM0xUSXdKVEl5SlRKREpUSXlhQ1V5TWlVelFTVXlNbWdsTWpJbE4wUWxNa01sTWpKMFpYaDBKVEl5SlROQkpUSXlSM0p2ZFhBdGQyVnBaMmgwWldRbE1qQnpaWEoyYVdObExXSmhjMnRsZENVeU1HRmpZMlZ6YzJsaWFXeHBkSGt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mhiazFoVkd0UlYzSk1NalExTkRFM0pUSXlKVE5CSlRkQ0pUSXlhV1FsTWpJbE0wRWxNakpoYmsxaFZHdFJWM0pNTWpRMU5ERTN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reHJaVkptY1VwRmFXY3lOVEl3T0RFbE1qSWxOMFFsTWtNbE4wSWxNakp1WVcxbEpUSXlKVE5CSlRJeUpVVTFKVGt3SlRoRUpVVTNKVUUzSlVJd0pUSXlKVEpESlRJeWRIbHdaU1V5TWlVelFTVXlNbk4wY21sdVp5VXlNaVV5UXlVeU1uWmhiSFZsSlRJeUpUTkJKVEl5SlRJeUpUSkRKVEl5WTJGMFpXZHZjbmtsTWpJbE0wRWxNakprWldaaGRXeDBKVEl5SlRKREpUSXlhV1FsTWpJbE0wRWxNakpSVVZaRVlVSkhhRlZ6T1RnNE56QTB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RtOW1aM0Y2Y0dKMmNUUTVNRFkwT0NVeU1pVTNSQ1V5UXlVM1FpVXlNbTVoYldVbE1qSWxNMEVsTWpJbFJUZ2xRa1lsT1VVbFJUWWxPRVVsUVRVbE1qSWxNa01sTWpKMGVYQmxKVEl5SlROQkpUSXliR2x1YXlVeU1pVXlReVV5TW5aaGJIVmxKVEl5SlROQkpUSXlKVEl5SlRKREpUSXlZMkYwWldkdmNua2xNaklsTTBFbE1qSmtaV1poZFd4MEpUSXlKVEpESlRJeWFXUWxNaklsTTBFbE1qSm5WVUpUWW0xM2JXaEJPVEk1T1RRNUpUSXlKVGRFSlRKREpUZENKVEl5Ym1GdFpTVXlNaVV6UVNVeU1pVkZOQ1ZDUlNWQ1JpVkZOeVZCUXlWQ1FTVXlNaVV5UXlVeU1uUjVjR1VsTWpJbE0wRWxNakp6ZEhKcGJtY2xNaklsTWtNbE1qSjJZV3gxWlNVeU1pVXpRU1V5TWlVeU1pVXlReVV5TW1OaGRHVm5iM0o1SlRJeUpUTkJKVEl5WkdWbVlYVnNkQ1V5TWlVeVF5VXlNbWxrSlRJeUpUTkJKVEl5UzBkalNVeHVTbTFOUnpZM01UUTRNU1V5TWlVM1JDVTFSQ1V5UXlVeU1uQnliM0J6SlRJeUpUTkJKVGRDSlRJeWVDVXlNaVV6UVRNMk5TNDRNRGsxTURreU56Y3pORE00SlRKREpUSXllU1V5TWlVelFUTXdMamMwT1RrNU9UazVPVGs1T1RrNU15VXlReVV5TW5jbE1qSWxNMEV4TnpVdU1UUXlPRFUzTVRReU9EVTNNVGNsTWtNbE1qSm9KVEl5SlROQk9UY2xNa01sTWpKNmFXNWtaWGdsTWpJbE0wRTFKVEpESlRJeVlXNW5iR1VsTWpJbE0wRXdKVGRFSlRKREpUSXljMmhoY0dWVGRIbHNaU1V5TWlVelFTVTNRaVV5TW1Gc2NHaGhKVEl5SlROQk1TVTNSQ1V5UXlVeU1teHBibVZUZEhsc1pTVXlNaVV6UVNVM1FpVXlNbXhwYm1WWGFXUjBhQ1V5TWlVelFURXVOU1V5UXlVeU1teHBibVZEYjJ4dmNpVXlNaVV6UVNVeU1qazNKVEpET1RjbE1rTTVOeVV5TWlVM1JDVXlReVV5TW1acGJHeFRkSGxzWlNVeU1pVXpRU1UzUWlVeU1tTnZiRzl5SlRJeUpUTkJKVEl5TWpFNUpUSkRNalExSlRKRE1qUTFKVEl5SlRKREpUSXlaSEpoZDFSNWNHVWxNaklsTTBFbE1qSnViMjVsSlRJeU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bWIyNTBSbUZ0YVd4NUpUSXlKVE5CSlRJeVFYSnBZV3dsTWpJbE1rTWxNakp6YVhwbEpUSXlKVE5CTVRRbE4wUWxNa01sTWpKMFpYaDBRbXh2WTJzbE1qSWxNMEVsTlVJbE4wSWxNakp3YjNOcGRHbHZiaVV5TWlVelFTVTNRaVV5TW5nbE1qSWxNMEV4TUNVeVF5VXlNbmtsTWpJbE0wRXdKVEpESlRJeWR5VXlNaVV6UVNVeU1uY3RNakFsTWpJbE1rTWxNakpvSlRJeUpUTkJKVEl5YUNVeU1pVTNSQ1V5UXlVeU1uUmxlSFFsTWpJbE0wRWxNaklsTTBOaUpUTkZUbVZsWkNVeU1HbHVjSFYwY3lVelF5VXlSbUlsTTBVbE0wTmljaVV6UlVObGJuTjFjeVV5TURJd01qRWxNME5pY2lVelJXRm5aU1V5TUhOMGNuVmpkSFZ5WlNVelEySnlKVE5GYUc5MWMyVm9iMnhrSlRJd1kyOXRjRzl6YVhScGIyNG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4wUWxNa01sTWpKTGMwRnZWbE5rZEZkaE56VTFNamcySlRJeUpUTkJKVGRDSlRJeWFXUWxNaklsTTBFbE1qSkxjMEZ2VmxOa2RGZGhOelUxTWpnMkpUSXlKVEpESlRJeWJtRnRaU1V5TWlVelFTVXlNbkpsWTNSaGJtZHNaU1V5TWlVeVF5VXlNblJwZEd4bEpUSXlKVE5CSlRJeUpVVTNKVGxHSlVFNUpVVTFKVUpFSlVFeUpUSXlKVEpESlRJeVkyRjBaV2R2Y25rbE1qSWxNMEVsTWpKaVlYTnBZeVV5TWlVeVF5VXlNbWR5YjNWd0pUSXlKVE5CSlRJeUpUSXlKVEpESlRJeVozSnZkWEJPWVcxbEpUSXlKVE5CYm5Wc2JDVXlReVV5TW14dlkydGxaQ1V5TWlVelFXWmhiSE5sSlRKREpUSXliR2x1YXlVeU1pVXpRU1V5TWlVeU1pVXlReVV5TW1Ob2FXeGtjbVZ1SlRJeUpUTkJKVFZDSlRWRUpUSkRKVEl5Y0dGeVpXNTBKVEl5SlROQkpUSXlKVEl5SlRKREpUSXljbVZ6YVhwbFJHbHlKVEl5SlROQkpUVkNKVEl5ZEd3bE1qSWxNa01sTWpKMGNpVXlNaVV5UXlVeU1tSnlKVEl5SlRKREpUSXlZbXdsTWpJbE1rTWxNakpzSlRJeUpUSkRKVEl5ZENVeU1pVXlReVV5TW5JbE1qSWxNa01sTWpKaUpUSXlKVFZFSlRKREpUSXlZWFIwY21saWRYUmxKVEl5SlROQkpUZENKVEl5WTI5dWRHRnBibVZ5SlRJeUpUTkJabUZzYzJVbE1rTWxNakoyYVhOcFlteGxKVEl5SlROQmRISjFaU1V5UXlVeU1uSnZkR0YwWVdKc1pTVXlNaVV6UVhSeWRXVWxNa01sTWpKc2FXNXJZV0pzWlNVeU1pVXpRWFJ5ZFdVbE1rTWxNakpqYjJ4c1lYQnpZV0pzWlNVeU1pVXpRV1poYkhObEpUSkRKVEl5WTI5c2JHRndjMlZrSlRJeUpUTkJabUZzYzJVbE1rTWxNakptYVhobFpFeHBibXNsTWpJbE0wRm1ZV3h6WlNVeVF5VXlNbTFoY210bGNrOW1abk5sZENVeU1pVXpRVFVsTjBRbE1rTWxNakprWVhSaFFYUjBjbWxpZFhSbGN5VXlNaVV6UVNVMVFpVTNRaVV5TW01aGJXVWxNaklsTTBFbE1qSWxSVFVsUWtFbE9FWWxSVFVsT0VZbFFqY2xNaklsTWtNbE1qSjBlWEJsSlRJeUpUTkJKVEl5Ym5WdFltVnlKVEl5SlRKREpUSXlkbUZzZFdVbE1qSWxNMEVsTWpJbE1qSWxNa01sTWpKallYUmxaMjl5ZVNVeU1pVXpRU1V5TW1SbFptRjFiSFFsTWpJbE1rTWxNakpwWkNVeU1pVXpRU1V5TW5wbFZXMTJWVmRJUm5jM01qTXpNVGtsTWpJbE4wUWxNa01sTjBJbE1qSnVZVzFsSlRJeUpUTkJKVEl5SlVVMUpUa3dKVGhFSlVVM0pVRTNKVUl3SlRJeUpUSkRKVEl5ZEhsd1pTVXlNaVV6UVNVeU1uTjBjbWx1WnlVeU1pVXlReVV5TW5aaGJIVmxKVEl5SlROQkpUSXlKVEl5SlRKREpUSXlZMkYwWldkdmNua2xNaklsTTBFbE1qSmtaV1poZFd4MEpUSXlKVEpESlRJeWFXUWxNaklsTTBFbE1qSkVZVVZNZDFCMFQwNWhNell5TWpNd0pUSXlKVGRFSlRKREpUZENKVEl5Ym1GdFpTVXlNaVV6UVNVeU1pVkZOaVU0T1NVNE1DVkZOaVU1UXlVNE9TVkZPQ1U0TUNVNE5TVXlNaVV5UXlVeU1uUjVjR1VsTWpJbE0wRWxNakp6ZEhKcGJtY2xNaklsTWtNbE1qSjJZV3gxWlNVeU1pVXpRU1V5TWlVeU1pVXlReVV5TW1OaGRHVm5iM0o1SlRJeUpUTkJKVEl5WkdWbVlYVnNkQ1V5TWlVeVF5VXlNbWxrSlRJeUpUTkJKVEl5YmxKblMxcG1hRmhHWkRBMU5UazROeVV5TWlVM1JDVXlReVUzUWlVeU1tNWhiV1VsTWpJbE0wRWxNaklsUlRnbFFrWWxPVVVsUlRZbE9FVWxRVFVsTWpJbE1rTWxNakowZVhCbEpUSXlKVE5CSlRJeWJHbHVheVV5TWlVeVF5VXlNblpoYkhWbEpUSXlKVE5CSlRJeUpUSXlKVEpESlRJeVkyRjBaV2R2Y25rbE1qSWxNMEVsTWpKa1pXWmhkV3gwSlRJeUpUSkRKVEl5YVdRbE1qSWxNMEVsTWpKMVYzVk5iWEJEVUVwcU16WTVPVEV3SlRJeUpUZEVKVEpESlRkQ0pUSXlibUZ0WlNVeU1pVXpRU1V5TWlWRk5DVkNSU1ZDUmlWRk55VkJReVZDUVNVeU1pVXlReVV5TW5SNWNHVWxNaklsTTBFbE1qSnpkSEpwYm1jbE1qSWxNa01sTWpKMllXeDFaU1V5TWlVelFTVXlNaVV5TWlVeVF5VXlNbU5oZEdWbmIzSjVKVEl5SlROQkpUSXlaR1ZtWVhWc2RDVXlNaVV5UXlVeU1tbGtKVEl5SlROQkpUSXlibWRSVTNWd1pFVlJRVGsyTkRVd055VXlNaVUzUkNVMVJDVXlReVV5TW5CeWIzQnpKVEl5SlROQkpUZENKVEl5ZUNVeU1pVXpRVE16TXk0ek9EQTVNemM0TkRnM056STFKVEpESlRJeWVTVXlNaVV6UVRFMk55NDROVGN4TkRJNE5UY3hOREk0SlRKREpUSXlkeVV5TWlVelFUSXpPUzQ1T1RrNU9UazVPVGs1T1RrNU5DVXlReVV5TW1nbE1qSWxNMEV4TURBdU9USTROVGN4TkRJNE5UY3hORFFsTWtNbE1qSjZhVzVrWlhnbE1qSWxNMEUySlRKREpUSXlZVzVuYkdVbE1qSWxNMEV3SlRkRUpUSkRKVEl5YzJoaGNHVlRkSGxzWlNVeU1pVXpRU1UzUWlVeU1tRnNjR2hoSlRJeUpUTkJNU1UzUkNVeVF5VXlNbXhwYm1WVGRIbHNaU1V5TWlVelFTVTNRaVV5TW14cGJtVlhhV1IwYUNVeU1pVXpRVEV1TlNVeVF5VXlNbXhwYm1WRGIyeHZjaVV5TWlVelFTVXlNamszSlRKRE9UY2xNa001TnlVeU1pVTNSQ1V5UXlVeU1tWnBiR3hUZEhsc1pTVXlNaVV6UVNVM1FpVXlNbU52Ykc5eUpUSXlKVE5CSlRJeU1qRTVKVEpETWpRMUpUSkRNalExSlRJeUpUSkRKVEl5WkhKaGQxUjVjR1VsTWpJbE0wRWxNakp1YjI1bEpUSXlKVGRFSlRKREpUSXlkR2hsYldVbE1qSWxNMEVsTjBJbE4wUWxNa01sTWpKd1lYUm9KVEl5SlROQkpUVkNKVGRDSlRJeVlXTjBhVzl1Y3lVeU1pVXpRU1UxUWlVM1FpVXlNbUZqZEdsdmJpVXlNaVV6UVNVeU1tMXZkbVVsTWpJbE1rTWxNako0SlRJeUpUTkJKVEl5TUNVeU1pVXlReVV5TW5rbE1qSWxNMEVsTWpJd0pUSXlKVGRFSlRKREpUZENKVEl5WVdOMGFXOXVKVEl5SlROQkpUSXliR2x1WlNVeU1pVXlReVV5TW5nbE1qSWxNMEVsTWpKM0pUSXlKVEpESlRJeWVTVXlNaVV6UVNVeU1qQWxNaklsTjBRbE1rTWxOMElsTWpKaFkzUnBiMjRsTWpJbE0wRWxNakpzYVc1bEpUSXlKVEpESlRJeWVDVXlNaVV6UVNVeU1uY2xNaklsTWtNbE1qSjVKVEl5SlROQkpUSXlhQ1V5TWlVM1JDVXlReVUzUWlVeU1tRmpkR2x2YmlVeU1pVXpRU1V5TW14cGJtVWxNaklsTWtNbE1qSjRKVEl5SlROQkpUSXlNQ1V5TWlVeVF5VXlNbmtsTWpJbE0wRWxNakpvSlRJeUpUZEVKVEpESlRkQ0pUSXlZV04wYVc5dUpUSXlKVE5CSlRJeVkyeHZjMlVsTWpJbE4wUWxOVVFsTjBRbE5VUWxNa01sTWpKbWIyNTBVM1I1YkdVbE1qSWxNMEVsTjBJbE1qSm1iMjUwUm1GdGFXeDVKVEl5SlROQkpUSXlRWEpwWVd3bE1qSWxNa01sTWpKemFYcGxKVEl5SlROQk1UUWxOMFFsTWtNbE1qSjBaWGgwUW14dlkyc2xNaklsTTBFbE5VSWxOMElsTWpKd2IzTnBkR2x2YmlVeU1pVXpRU1UzUWlVeU1uZ2xNaklsTTBFeE1DVXlReVV5TW5rbE1qSWxNMEV3SlRKREpUSXlkeVV5TWlVelFTVXlNbmN0TWpBbE1qSWxNa01sTWpKb0pUSXlKVE5CSlRJeWFDVXlNaVUzUkNVeVF5VXlNblJsZUhRbE1qSWxNMEVsTWpJbE0wTmlKVE5GUjNKdmRYQXRjM0JsWTJsbWFXTWxNakJ1WldWa0pUSXdhVzVrYVdOaGRHOXljeVV6UTJKeUpUTkZKVE5ESlRKR1lpVXpSV05vYVd4a2NtVnVKVEl3WVc1a0pUSXdZV1J2YkdWelkyVnVkSE1sTTBOaWNpVXpSV05oY21WbmFYWnBibWNsTWpCaFpIVnNkSE1sTTBOaWNpVXpSVzlzWkdWeUpUSXdZV1IxYkhSek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UpUSkRKVEl5V0ZCV1MxbEZjRzlVV2pNeU1UUTNOU1V5TWlVelFTVTNRaVV5TW1sa0pUSXlKVE5CSlRJeVdGQldTMWxGY0c5VVdqTXlNVFEzTlNVeU1pVXlReVV5TW01aGJXVWxNaklsTTBFbE1qSnlaV04wWVc1bmJHVWxNaklsTWtNbE1qSjBhWFJzWlNVeU1pVXpRU1V5TWlWRk55VTVSaVZCT1NWRk5TVkNSQ1ZCTWlVeU1pVXlReVV5TW1OaGRHVm5iM0o1SlRJeUpUTkJKVEl5WW1GemFXTWxNaklsTWtNbE1qSm5jbTkxY0NVeU1pVXpRU1V5TWlVeU1pVXlReVV5TW1keWIzVndUbUZ0WlNVeU1pVXpRVzUxYkd3bE1rTWxNakpzYjJOclpXUWxNaklsTTBGbVlXeHpaU1V5UXlVeU1teHBibXNsTWpJbE0wRWxNaklsTWpJbE1rTWxNakpqYUdsc1pISmxiaVV5TWlVelFTVTFRaVUxUkNVeVF5VXlNbkJoY21WdWRDVXlNaVV6UVNVeU1pVXlNaVV5UXlVeU1uSmxjMmw2WlVScGNpVXlNaVV6UVNVMVFpVXlNblJzSlRJeUpUSkRKVEl5ZEhJbE1qSWxNa01sTWpKaWNpVXlNaVV5UXlVeU1tSnNKVEl5SlRKREpUSXliQ1V5TWlVeVF5VXlNblFsTWpJbE1rTWxNakp5SlRJeUpUSkRKVEl5WWlVeU1pVTFSQ1V5UXlVeU1tRjBkSEpwWW5WMFpTVXlNaVV6UVNVM1FpVXlNbU52Ym5SaGFXNWxjaVV5TWlVelFXWmhiSE5sSlRKREpUSXlkbWx6YVdKc1pTVXlNaVV6UVhSeWRXVWxNa01sTWpKeWIzUmhkR0ZpYkdVbE1qSWxNMEYwY25WbEpUSkRKVEl5YkdsdWEyRmliR1VsTWpJbE0wRjBjblZsSlRKREpUSXlZMjlzYkdGd2MyRmliR1VsTWpJbE0wRm1ZV3h6WlNVeVF5VXlNbU52Ykd4aGNITmxaQ1V5TWlVelFXWmhiSE5sSlRKREpUSXlabWw0WldSTWFXNXJKVEl5SlROQlptRnNjMlVsTWtNbE1qSnRZWEpyWlhKUFptWnpaWFFsTWpJbE0wRTFKVGRFSlRKREpUSXlaR0YwWVVGMGRISnBZblYwWlhNbE1qSWxNMEVsTlVJbE4wSWxNakp1WVcxbEpUSXlKVE5CSlRJeUpVVTFKVUpCSlRoR0pVVTFKVGhHSlVJM0pUSXlKVEpESlRJeWRIbHdaU1V5TWlVelFTVXlNbTUxYldKbGNpVXlNaVV5UXlVeU1uWmhiSFZsSlRJeUpUTkJKVEl5SlRJeUpUSkRKVEl5WTJGMFpXZHZjbmtsTWpJbE0wRWxNakprWldaaGRXeDBKVEl5SlRKREpUSXlhV1FsTWpJbE0wRWxNakpaVDNsV1dsSnZVa1JxTVRneU9EWXdKVEl5SlRkRUpUSkRKVGRDSlRJeWJtRnRaU1V5TWlVelFTVXlNaVZGTlNVNU1DVTRSQ1ZGTnlWQk55VkNNQ1V5TWlVeVF5VXlNblI1Y0dVbE1qSWxNMEVsTWpKemRISnBibWNsTWpJbE1rTWxNakoyWVd4MVpTVXlNaVV6UVNVeU1pVXlNaVV5UXlVeU1tTmhkR1ZuYjNKNUpUSXlKVE5CSlRJeVpHVm1ZWFZzZENVeU1pVXlReVV5TW1sa0pUSXlKVE5CSlRJeVFrNXJjSGhUUjBGTFpqSXlNekExTkNVeU1pVTNSQ1V5UXlVM1FpVXlNbTVoYldVbE1qSWxNMEVsTWpJbFJUWWxPRGtsT0RBbFJUWWxPVU1sT0RrbFJUZ2xPREFsT0RVbE1qSWxNa01sTWpKMGVYQmxKVEl5SlROQkpUSXljM1J5YVc1bkpUSXlKVEpESlRJeWRtRnNkV1VsTWpJbE0wRWxNaklsTWpJbE1rTWxNakpqWVhSbFoyOXllU1V5TWlVelFTVXlNbVJsWm1GMWJIUWxNaklsTWtNbE1qSnBaQ1V5TWlVelFTVXlNbTFhVVhWcGFHMVdUVXMzTkRVeU1USWxNaklsTjBRbE1rTWxOMElsTWpKdVlXMWxKVEl5SlROQkpUSXlKVVU0SlVKR0pUbEZKVVUySlRoRkpVRTFKVEl5SlRKREpUSXlkSGx3WlNVeU1pVXpRU1V5TW14cGJtc2xNaklsTWtNbE1qSjJZV3gxWlNVeU1pVXpRU1V5TWlVeU1pVXlReVV5TW1OaGRHVm5iM0o1SlRJeUpUTkJKVEl5WkdWbVlYVnNkQ1V5TWlVeVF5VXlNbWxrSlRJeUpUTkJKVEl5ZVVkcmRIbE5TV1JsYmpVME56VTNPU1V5TWlVM1JDVXlReVUzUWlVeU1tNWhiV1VsTWpJbE0wRWxNaklsUlRRbFFrVWxRa1lsUlRjbFFVTWxRa0VsTWpJbE1rTWxNakowZVhCbEpUSXlKVE5CSlRJeWMzUnlhVzVuSlRJeUpUSkRKVEl5ZG1Gc2RXVWxNaklsTTBFbE1qSWxNaklsTWtNbE1qSmpZWFJsWjI5eWVTVXlNaVV6UVNVeU1tUmxabUYxYkhRbE1qSWxNa01sTWpKcFpDVXlNaVV6UVNVeU1uWlNRV3hEUld0S2EwY3hNamczTkRrbE1qSWxOMFFsTlVRbE1rTWxNakp3Y205d2N5VXlNaVV6UVNVM1FpVXlNbmdsTWpJbE0wRXpOVGt1T0Rnd09UTTNPRFE0TnpjeU5DVXlReVV5TW5rbE1qSWxNMEV6TURNdU5qUXlPRFUzTVRReU9EVTNKVEpESlRJeWR5VXlNaVV6UVRFNE55NHdNREF3TURBd01EQXdNREF3TmlVeVF5VXlNbWdsTWpJbE0wRTFOQ1V5UXlVeU1ucHBibVJsZUNVeU1pVXpRVGNsTWtNbE1qSmhibWRzWlNVeU1pVXpRVEFsTjBRbE1rTWxNakp6YUdGd1pWTjBlV3hsSlRJeUpUTkJKVGRDSlRJeVlXeHdhR0VsTWpJbE0wRXhKVGRFSlRKREpUSXliR2x1WlZOMGVXeGxKVEl5SlROQkpUZENKVEl5YkdsdVpWZHBaSFJvSlRJeUpUTkJNUzQxSlRKREpUSXliR2x1WlVOdmJHOXlKVEl5SlROQkpUSXlPVGNsTWtNNU55VXlRemszSlRJeUpUZEVKVEpESlRJeVptbHNiRk4wZVd4bEpUSXlKVE5CSlRkQ0pUSXlZMjlzYjNJbE1qSWxNMEVsTWpJeU1Ua2xNa015TkRVbE1rTXlORFVsTWpJbE1rTWxNakprY21GM1ZIbHdaU1V5TWlVelFTVXlNbTV2Ym1VbE1qSWxOMFFsTWtNbE1qSjBhR1Z0WlNVeU1pVXpRU1UzUWlVM1JDVXlReVV5TW5CaGRHZ2xNaklsTTBFbE5VSWxOMElsTWpKaFkzUnBiMjV6SlRJeUpUTkJKVFZDSlRkQ0pUSXlZV04wYVc5dUpUSXlKVE5CSlRJeWJXOTJaU1V5TWlVeVF5VXlNbmdsTWpJbE0wRWxNakl3SlRJeUpUSkRKVEl5ZVNVeU1pVXpRU1V5TWpBbE1qSWxOMFFsTWtNbE4wSWxNakpoWTNScGIyNGxNaklsTTBFbE1qSnNhVzVsSlRJeUpUSkRKVEl5ZUNVeU1pVXpRU1V5TW5jbE1qSWxNa01sTWpKNUpUSXlKVE5CSlRJeU1DVXlNaVUzUkNVeVF5VTNRaVV5TW1GamRHbHZiaVV5TWlVelFTVXlNbXhwYm1VbE1qSWxNa01sTWpKNEpUSXlKVE5CSlRJeWR5VXlNaVV5UXlVeU1ua2xNaklsTTBFbE1qSm9KVEl5SlRkRUpUSkRKVGRDSlRJeVlXTjBhVzl1SlRJeUpUTkJKVEl5YkdsdVpTVXlNaVV5UXlVeU1uZ2xNaklsTTBFbE1qSXdKVEl5SlRKREpUSXllU1V5TWlVelFTVXlNbWdsTWpJbE4wUWxNa01sTjBJbE1qSmhZM1JwYjI0bE1qSWxNMEVsTWpKamJHOXpaU1V5TWlVM1JDVTFSQ1UzUkNVMVJDVXlReVV5TW1admJuUlRkSGxzWlNVeU1pVXpRU1UzUWlVeU1tWnZiblJHWVcxcGJIa2xNaklsTTBFbE1qSkJjbWxoYkNVeU1pVXlReVV5TW5OcGVtVWxNaklsTTBFeE5DVTNSQ1V5UXlVeU1uUmxlSFJDYkc5amF5VXlNaVV6UVNVMVFpVTNRaVV5TW5CdmMybDBhVzl1SlRJeUpUTkJKVGRDSlRJeWVDVXlNaVV6UVRFd0pUSkRKVEl5ZVNVeU1pVXpRVEFsTWtNbE1qSjNKVEl5SlROQkpUSXlkeTB5TUNVeU1pVXlReVV5TW1nbE1qSWxNMEVsTWpKb0pUSXlKVGRFSlRKREpUSXlkR1Y0ZENVeU1pVXpRU1V5TWtOaGNtVXRjbVZzWVhSbFpDVXlNRzVsWldRbE1qQnpZMjl5WlN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UzUkNVeVF5VXlNblZ2UjFOWVdWZHdibmc0TVRZNU1EZ2xNaklsTTBFbE4wSWxNakpwWkNVeU1pVXpRU1V5TW5WdlIxTllXVmR3Ym5nNE1UWTVNRGdsTWpJbE1rTWxNakp1WVcxbEpUSXlKVE5CSlRJeWNtVmpkR0Z1WjJ4bEpUSXlKVEpESlRJeWRHbDBiR1VsTWpJbE0wRWxNaklsUlRjbE9VWWxRVGtsUlRVbFFrUWxRVElsTWpJbE1rTWxNakpqWVhSbFoyOXllU1V5TWlVelFTVXlNbUpoYzJsakpUSXlKVEpESlRJeVozSnZkWEFsTWpJbE0wRWxNaklsTWpJbE1rTWxNakpuY205MWNFNWhiV1VsTWpJbE0wRnVkV3hzSlRKREpUSXliRzlqYTJWa0pUSXlKVE5CWm1Gc2MyVWxNa01sTWpKc2FXNXJKVEl5SlROQkpUSXlKVEl5SlRKREpUSXlZMmhwYkdSeVpXNGxNaklsTTBFbE5VSWxOVVFsTWtNbE1qSndZWEpsYm5RbE1qSWxNMEVsTWpJbE1qSWxNa01sTWpKeVpYTnBlbVZFYVhJbE1qSWxNMEVsTlVJbE1qSjBiQ1V5TWlVeVF5VXlNblJ5SlRJeUpUSkRKVEl5WW5JbE1qSWxNa01sTWpKaWJDVXlNaVV5UXlVeU1td2xNaklsTWtNbE1qSjBKVEl5SlRKREpUSXljaVV5TWlVeVF5VXlNbUlsTWpJbE5VUWxNa01sTWpKaGRIUnlhV0oxZEdVbE1qSWxNMEVsTjBJbE1qSmpiMjUwWVdsdVpYSWxNaklsTTBGbVlXeHpaU1V5UXlVeU1uWnBjMmxpYkdVbE1qSWxNMEYwY25WbEpUSkRKVEl5Y205MFlYUmhZbXhsSlRJeUpUTkJkSEoxWlNVeVF5VXlNbXhwYm10aFlteGxKVEl5SlROQmRISjFaU1V5UXlVeU1tTnZiR3hoY0hOaFlteGxKVEl5SlROQlptRnNjMlVsTWtNbE1qSmpiMnhzWVhCelpXUWxNaklsTTBGbVlXeHpaU1V5UXlVeU1tWnBlR1ZrVEdsdWF5VXlNaVV6UVdaaGJITmxKVEpESlRJeWJXRnlhMlZ5VDJabWMyVjBKVEl5SlROQk5TVTNSQ1V5UXlVeU1tUmhkR0ZCZEhSeWFXSjFkR1Z6SlRJeUpUTkJKVFZDSlRkQ0pUSXlibUZ0WlNVeU1pVXpRU1V5TWlWRk5TVkNRU1U0UmlWRk5TVTRSaVZDTnlVeU1pVXlReVV5TW5SNWNHVWxNaklsTTBFbE1qSnVkVzFpWlhJbE1qSWxNa01sTWpKMllXeDFaU1V5TWlVelFTVXlNaVV5TWlVeVF5VXlNbU5oZEdWbmIzSjVKVEl5SlROQkpUSXlaR1ZtWVhWc2RDVXlNaVV5UXlVeU1tbGtKVEl5SlROQkpUSXlWVXBzZVhOalVuZFdjVEl6Tmpjd05pVXlNaVUzUkNVeVF5VTNRaVV5TW01aGJXVWxNaklsTTBFbE1qSWxSVFVsT1RBbE9FUWxSVGNsUVRjbFFqQWxNaklsTWtNbE1qSjBlWEJsSlRJeUpUTkJKVEl5YzNSeWFXNW5KVEl5SlRKREpUSXlkbUZzZFdVbE1qSWxNMEVsTWpJbE1qSWxNa01sTWpKallYUmxaMjl5ZVNVeU1pVXpRU1V5TW1SbFptRjFiSFFsTWpJbE1rTWxNakpwWkNVeU1pVXpRU1V5TW1kcWVVMTNlazFQVTBNeU9USXhORGNsTWpJbE4wUWxNa01sTjBJbE1qSnVZVzFsSlRJeUpUTkJKVEl5SlVVMkpUZzVKVGd3SlVVMkpUbERKVGc1SlVVNEpUZ3dKVGcxSlRJeUpUSkRKVEl5ZEhsd1pTVXlNaVV6UVNVeU1uTjBjbWx1WnlVeU1pVXlReVV5TW5aaGJIVmxKVEl5SlROQkpUSXlKVEl5SlRKREpUSXlZMkYwWldkdmNua2xNaklsTTBFbE1qSmtaV1poZFd4MEpUSXlKVEpESlRJeWFXUWxNaklsTTBFbE1qSjBSMjVOVUVKa2VWbDZOekUwT0RFeEpUSXlKVGRFSlRKREpUZENKVEl5Ym1GdFpTVXlNaVV6UVNVeU1pVkZPQ1ZDUmlVNVJTVkZOaVU0UlNWQk5TVXlNaVV5UXlVeU1uUjVjR1VsTWpJbE0wRWxNakpzYVc1ckpUSXlKVEpESlRJeWRtRnNkV1VsTWpJbE0wRWxNaklsTWpJbE1rTWxNakpqWVhSbFoyOXllU1V5TWlVelFTVXlNbVJsWm1GMWJIUWxNaklsTWtNbE1qSnBaQ1V5TWlVelFTVXlNa3hEU1d4SVJWTlVka0UwTlRjME9EVWxNaklsTjBRbE1rTWxOMElsTWpKdVlXMWxKVEl5SlROQkpUSXlKVVUwSlVKRkpVSkdKVVUzSlVGREpVSkJKVEl5SlRKREpUSXlkSGx3WlNVeU1pVXpRU1V5TW5OMGNtbHVaeVV5TWlVeVF5VXlNblpoYkhWbEpUSXlKVE5CSlRJeUpUSXlKVEpESlRJeVkyRjBaV2R2Y25rbE1qSWxNMEVsTWpKa1pXWmhkV3gwSlRJeUpUSkRKVEl5YVdRbE1qSWxNMEVsTWpKdldFRkdla0ZSZW5KaU9ERTBNRGt6SlRJeUpUZEVKVFZFSlRKREpUSXljSEp2Y0hNbE1qSWxNMEVsTjBJbE1qSjRKVEl5SlROQk5qQXdMakE1TlRJeU16VTJNekExT0RFbE1rTWxNako1SlRJeUpUTkJNelF1TnpnMU56RTBNamcxTnpFME15VXlReVV5TW5jbE1qSWxNMEV5TURRdU1qZzFOekUwTWpnMU56RTBNaklsTWtNbE1qSm9KVEl5SlROQk9EZ3VPVEk0TlRjeE5ESTROVGN4TkRNbE1rTWxNako2YVc1a1pYZ2xNaklsTTBFNEpUSkRKVEl5WVc1bmJHVWxNaklsTTBFd0pUZEVKVEpESlRJeWMyaGhjR1ZUZEhsc1pTVXlNaVV6UVNVM1FpVXlNbUZzY0doaEpUSXlKVE5CTVNVM1JDVXlReVV5TW14cGJtVlRkSGxzWlNVeU1pVXpRU1UzUWlVeU1teHBibVZYYVdSMGFDVXlNaVV6UVRFdU5TVXlReVV5TW14cGJtVkRiMnh2Y2lVeU1pVXpRU1V5TWprM0pUSkRPVGNsTWtNNU55VXlNaVUzUkNVeVF5VXlNbVpwYkd4VGRIbHNaU1V5TWlVelFTVTNRaVV5TW1OdmJHOXlKVEl5SlROQkpUSXlNalV3SlRKRE1qSXhKVEpETWpNM0pUSXlKVEpESlRJeVpISmhkMVI1Y0dVbE1qSWxNMEVsTWpKdWIyNWxKVEl5SlRkRUpUSkRKVEl5ZEdobGJXVWxNaklsTTBFbE4wSWxOMFFsTWtNbE1qSndZWFJvSlRJeUpUTkJKVFZDSlRkQ0pUSXlZV04wYVc5dWN5VXlNaVV6UVNVMVFpVTNRaVV5TW1GamRHbHZiaVV5TWlVelFTVXlNbTF2ZG1VbE1qSWxNa01sTWpKNEpUSXlKVE5CSlRJeU1DVXlNaVV5UXlVeU1ua2xNaklsTTBFbE1qSXdKVEl5SlRkRUpUSkRKVGRDSlRJeVlXTjBhVzl1SlRJeUpUTkJKVEl5YkdsdVpTVXlNaVV5UXlVeU1uZ2xNaklsTTBFbE1qSjNKVEl5SlRKREpUSXllU1V5TWlVelFTVXlNakFsTWpJbE4wUWxNa01sTjBJbE1qSmhZM1JwYjI0bE1qSWxNMEVsTWpKc2FXNWxKVEl5SlRKREpUSXllQ1V5TWlVelFTVXlNbmNsTWpJbE1rTWxNako1SlRJeUpUTkJKVEl5YUNVeU1pVTNSQ1V5UXlVM1FpVXlNbUZqZEdsdmJpVXlNaVV6UVNVeU1teHBibVVsTWpJbE1rTWxNako0SlRJeUpUTkJKVEl5TUNVeU1pVXlReVV5TW5rbE1qSWxNMEVsTWpKb0pUSXlKVGRFSlRKREpUZENKVEl5WVdOMGFXOXVKVEl5SlROQkpUSXlZMnh2YzJVbE1qSWxOMFFsTlVRbE4wUWxOVVFsTWtNbE1qSm1iMjUwVTNSNWJHVWxNaklsTTBFbE4wSWxNakptYjI1MFJtRnRhV3g1SlRJeUpUTkJKVEl5UVhKcFlXd2xNaklsTWtNbE1qSnphWHBsSlRJeUpUTkJNVFFsTjBRbE1rTWxNakowWlhoMFFteHZZMnNsTWpJbE0wRWxOVUlsTjBJbE1qSndiM05wZEdsdmJpVXlNaVV6UVNVM1FpVXlNbmdsTWpJbE0wRXhNQ1V5UXlVeU1ua2xNaklsTTBFd0pUSkRKVEl5ZHlVeU1pVXpRU1V5TW5jdE1qQWxNaklsTWtNbE1qSm9KVEl5SlROQkpUSXlhQ1V5TWlVM1JDVXlReVV5TW5SbGVIUWxNaklsTTBFbE1qSWxNME5pSlRORlJYRjFhWFI1SlRJd1kyOXVkR1Y0ZENVeU1HbHVjSFYwSlROREpUSkdZaVV6UlNVelEySnlKVE5GU1UxRUpUSXdNakF4T1NVelEySnlKVE5GWkdWd2NtbDJZWFJwYjI0bE1qQmtaV05wYkdVbE1qQWxNa1lsTWpCa2IyMWhhVzV6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GRFSlRKREpUSXlRM0pDWWxCWlkzQlNXalkwTlRZeE5TVXlNaVV6UVNVM1FpVXlNbWxrSlRJeUpUTkJKVEl5UTNKQ1lsQlpZM0JTV2pZME5UWXhOU1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jFlVmxIYVZKaFVVWjVNamt5TWpnMUpUSXlKVGRFSlRKREpUZENKVEl5Ym1GdFpTVXlNaVV6UVNVeU1pVkZOU1U1TUNVNFJDVkZOeVZCTnlWQ01DVXlNaVV5UXlVeU1uUjVjR1VsTWpJbE0wRWxNakp6ZEhKcGJtY2xNaklsTWtNbE1qSjJZV3gxWlNVeU1pVXpRU1V5TWlVeU1pVXlReVV5TW1OaGRHVm5iM0o1SlRJeUpUTkJKVEl5WkdWbVlYVnNkQ1V5TWlVeVF5VXlNbWxrSlRJeUpUTkJKVEl5ZVVGTWQycFNSR1Y1UnpRd01qWTBNQ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SnJkM0JLUTFkT2JGTTBOalkwTnpZbE1qSWxOMFFsTWtNbE4wSWxNakp1WVcxbEpUSXlKVE5CSlRJeUpVVTRKVUpHSlRsRkpVVTJKVGhGSlVFMUpUSXlKVEpESlRJeWRIbHdaU1V5TWlVelFTVXlNbXhwYm1zbE1qSWxNa01sTWpKMllXeDFaU1V5TWlVelFTVXlNaVV5TWlVeVF5VXlNbU5oZEdWbmIzSjVKVEl5SlROQkpUSXlaR1ZtWVhWc2RDVXlNaVV5UXlVeU1tbGtKVEl5SlROQkpUSXlTbVo1Y0c5SFpFZFhVREF6TWpVeE5pVXlNaVUzUkNVeVF5VTNRaVV5TW01aGJXVWxNaklsTTBFbE1qSWxSVFFsUWtVbFFrWWxSVGNsUVVNbFFrRWxNaklsTWtNbE1qSjBlWEJsSlRJeUpUTkJKVEl5YzNSeWFXNW5KVEl5SlRKREpUSXlkbUZzZFdVbE1qSWxNMEVsTWpJbE1qSWxNa01sTWpKallYUmxaMjl5ZVNVeU1pVXpRU1V5TW1SbFptRjFiSFFsTWpJbE1rTWxNakpwWkNVeU1pVXpRU1V5TW0xV1YwdFFaMWgzYlhrd01EWTROellsTWpJbE4wUWxOVVFsTWtNbE1qSndjbTl3Y3lVeU1pVXpRU1UzUWlVeU1uZ2xNaklsTTBFMk1EZ3VNak00TURnd056QTFPVEUxTWlVeVF5VXlNbmtsTWpJbE0wRXhOamN1T0RVM01UUXlPRFUzTVRReU9DVXlReVV5TW5jbE1qSWxNMEV4T0RnbE1rTWxNakpvSlRJeUpUTkJPRGt1TlRBd01EQXdNREF3TURBd01EWWxNa01sTWpKNmFXNWtaWGdsTWpJbE0wRTVKVEpESlRJeVlXNW5iR1VsTWpJbE0wRXdKVGRFSlRKREpUSXljMmhoY0dWVGRIbHNaU1V5TWlVelFTVTNRaVV5TW1Gc2NHaGhKVEl5SlROQk1TVTNSQ1V5UXlVeU1teHBibVZUZEhsc1pTVXlNaVV6UVNVM1FpVXlNbXhwYm1WWGFXUjBhQ1V5TWlVelFURXVOU1V5UXlVeU1teHBibVZEYjJ4dmNpVXlNaVV6UVNVeU1qazNKVEpET1RjbE1rTTVOeVV5TWlVM1JDVXlReVV5TW1acGJHeFRkSGxzWlNVeU1pVXpRU1UzUWlVeU1tTnZiRzl5SlRJeUpUTkJKVEl5TWpVd0pUSkRNakl4SlRKRE1qTTNKVEl5SlRKREpUSXlaSEpoZDFSNWNHVWxNaklsTTBFbE1qSnViMjVsSlRJeU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bWIyNTBSbUZ0YVd4NUpUSXlKVE5CSlRJeVFYSnBZV3dsTWpJbE1rTWxNakp6YVhwbEpUSXlKVE5CTVRRbE4wUWxNa01sTWpKMFpYaDBRbXh2WTJzbE1qSWxNMEVsTlVJbE4wSWxNakp3YjNOcGRHbHZiaVV5TWlVelFTVTNRaVV5TW5nbE1qSWxNMEV4TUNVeVF5VXlNbmtsTWpJbE0wRXdKVEpESlRJeWR5VXlNaVV6UVNVeU1uY3RNakFsTWpJbE1rTWxNakpvSlRJeUpUTkJKVEl5YUNVeU1pVTNSQ1V5UXlVeU1uUmxlSFFsTWpJbE0wRWxNaklsTTBOaUpUTkZSR1Z3Y21sMllYUnBiMjRsTWpCamIyNTBaWGgwSlROREpUSkdZaVV6UlNVelEySnlKVE5GZFhObFpDVXlNR1p2Y2lVeU1HbHVkR1Z5Y0hKbGRHRjBhVzl1SlRORFluSWxNMFZ1YjNRbE1qQjFjMlZrSlRJd1lYTWxNakIwYUdVbE1qQnVaV1ZrSlRJd2MyTnZjbVV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kRVbGxIYUhGTWFVbFRNelUzTXpJNUpUSXlKVE5CSlRkQ0pUSXlhV1FsTWpJbE0wRWxNakpEVWxsSGFIRk1hVWxUTXpVM016STVKVEl5SlRKREpUSXlibUZ0WlNVeU1pVXpRU1V5TW5KbFkzUmhibWRzWlNVeU1pVXlReVV5TW5ScGRHeGxKVEl5SlROQkpUSXlKVVUzSlRsR0pVRTVKVVUxSlVKRUpVRXlKVEl5SlRKREpUSXlZMkYwWldkdmNua2xNaklsTTBFbE1qSmlZWE5wWXlVeU1pVXlReVV5TW1keWIzVndKVEl5SlROQkpUSXlKVEl5SlRKREpUSXlaM0p2ZFhCT1lXMWxKVEl5SlROQmJuVnNiQ1V5UXlVeU1teHZZMnRsWkNVeU1pVXpRV1poYkhObEpUSkRKVEl5YkdsdWF5VXlNaVV6UVNVeU1pVXlNaVV5UXlVeU1tTm9hV3hrY21WdUpUSXlKVE5CSlRWQ0pUVkVKVEpESlRJeWNHRnlaVzUwSlRJeUpUTkJKVEl5SlRJeUpUSkRKVEl5Y21WemFYcGxSR2x5SlRJeUpUTkJKVFZDSlRJeWRHd2xNaklsTWtNbE1qSjBjaVV5TWlVeVF5VXlNbUp5SlRJeUpUSkRKVEl5WW13bE1qSWxNa01sTWpKc0pUSXlKVEpESlRJeWRDVXlNaVV5UXlVeU1uSWxNaklsTWtNbE1qSmlKVEl5SlRWRUpUSkRKVEl5WVhSMGNtbGlkWFJsSlRJeUpUTkJKVGRDSlRJeVkyOXVkR0ZwYm1WeUpUSXlKVE5CWm1Gc2MyVWxNa01sTWpKMmFYTnBZbXhsSlRJeUpUTkJkSEoxWlNVeVF5VXlNbkp2ZEdGMFlXSnNaU1V5TWlVelFYUnlkV1VsTWtNbE1qSnNhVzVyWVdKc1pTVXlNaVV6UVhSeWRXVWxNa01sTWpKamIyeHNZWEJ6WVdKc1pTVXlNaVV6UVdaaGJITmxKVEpESlRJeVkyOXNiR0Z3YzJWa0pUSXlKVE5CWm1Gc2MyVWxNa01sTWpKbWFYaGxaRXhwYm1zbE1qSWxNMEZtWVd4elpTVXlReVV5TW0xaGNtdGxjazltWm5ObGRDVXlNaVV6UVRVbE4wUWxNa01sTWpKa1lYUmhRWFIwY21saWRYUmxjeVV5TWlVelFTVTFRaVUzUWlVeU1tNWhiV1VsTWpJbE0wRWxNaklsUlRVbFFrRWxPRVlsUlRVbE9FWWxRamNsTWpJbE1rTWxNakowZVhCbEpUSXlKVE5CSlRJeWJuVnRZbVZ5SlRJeUpUSkRKVEl5ZG1Gc2RXVWxNaklsTTBFbE1qSWxNaklsTWtNbE1qSmpZWFJsWjI5eWVTVXlNaVV6UVNVeU1tUmxabUYxYkhRbE1qSWxNa01sTWpKcFpDVXlNaVV6UVNVeU1uTk9iMEZVWkZKbVJWUTRPREk1T0RJbE1qSWxOMFFsTWtNbE4wSWxNakp1WVcxbEpUSXlKVE5CSlRJeUpVVTFKVGt3SlRoRUpVVTNKVUUzSlVJd0pUSXlKVEpESlRJeWRIbHdaU1V5TWlVelFTVXlNbk4wY21sdVp5VXlNaVV5UXlVeU1uWmhiSFZsSlRJeUpUTkJKVEl5SlRJeUpUSkRKVEl5WTJGMFpXZHZjbmtsTWpJbE0wRWxNakprWldaaGRXeDBKVEl5SlRKREpUSXlhV1FsTWpJbE0wRWxNakpXZUZCa2QzcEpVbEJzTlRNMU56a3dKVEl5SlRkRUpUSkRKVGRDSlRJeWJtRnRaU1V5TWlVelFTVXlNaVZGTmlVNE9TVTRNQ1ZGTmlVNVF5VTRPU1ZGT0NVNE1DVTROU1V5TWlVeVF5VXlNblI1Y0dVbE1qSWxNMEVsTWpKemRISnBibWNsTWpJbE1rTWxNakoyWVd4MVpTVXlNaVV6UVNVeU1pVXlNaVV5UXlVeU1tTmhkR1ZuYjNKNUpUSXlKVE5CSlRJeVpHVm1ZWFZzZENVeU1pVXlReVV5TW1sa0pUSXlKVE5CSlRJeWNsVnJUWGhaVld4TFl6UXdOell5TUNVeU1pVTNSQ1V5UXlVM1FpVXlNbTVoYldVbE1qSWxNMEVsTWpJbFJUZ2xRa1lsT1VVbFJUWWxPRVVsUVRVbE1qSWxNa01sTWpKMGVYQmxKVEl5SlROQkpUSXliR2x1YXlVeU1pVXlReVV5TW5aaGJIVmxKVEl5SlROQkpUSXlKVEl5SlRKREpUSXlZMkYwWldkdmNua2xNaklsTTBFbE1qSmtaV1poZFd4MEpUSXlKVEpESlRJeWFXUWxNaklsTTBFbE1qSmtVbmxNZFc5SWEycGFNVGs1TlRrMUpUSXlKVGRFSlRKREpUZENKVEl5Ym1GdFpTVXlNaVV6UVNVeU1pVkZOQ1ZDUlNWQ1JpVkZOeVZCUXlWQ1FTVXlNaVV5UXlVeU1uUjVjR1VsTWpJbE0wRWxNakp6ZEhKcGJtY2xNaklsTWtNbE1qSjJZV3gxWlNVeU1pVXpRU1V5TWlVeU1pVXlReVV5TW1OaGRHVm5iM0o1SlRJeUpUTkJKVEl5WkdWbVlYVnNkQ1V5TWlVeVF5VXlNbWxrSlRJeUpUTkJKVEl5U20xb2MzZE5RV2xMZFRZMk5qTXhOQ1V5TWlVM1JDVTFSQ1V5UXlVeU1uQnliM0J6SlRJeUpUTkJKVGRDSlRJeWVDVXlNaVV6UVRRek9TNDVNelkwT1RNME1EUXpNamd4SlRKREpUSXllU1V5TWlVelFUVXlNQzR5TVRReU9EVTNNVFF5T0RVNEpUSkRKVEl5ZHlVeU1pVXpRVEl4TlM0eE5ESTROVGN4TkRJNE5UY3hOeVV5UXlVeU1tZ2xNaklsTTBFeE1qRXVNamcxTnpFME1qZzFOekUwTXpNbE1rTWxNako2YVc1a1pYZ2xNaklsTTBFeE1DVXlReVV5TW1GdVoyeGxKVEl5SlROQk1DVTNSQ1V5UXlVeU1uTm9ZWEJsVTNSNWJHVWxNaklsTTBFbE4wSWxNakpoYkhCb1lTVXlNaVV6UVRFbE4wUWxNa01sTWpKc2FXNWxVM1I1YkdVbE1qSWxNMEVsTjBJbE1qSnNhVzVsVjJsa2RHZ2xNaklsTTBFeExqVWxNa01sTWpKc2FXNWxRMjlzYjNJbE1qSWxNMEVsTWpJNU55VXlRemszSlRKRE9UY2xNaklsTjBRbE1rTWxNakptYVd4c1UzUjViR1VsTWpJbE0wRWxOMElsTWpKamIyeHZjaVV5TWlVelFTVXlNakkxTWlVeVF6STBPU1V5UXpJek5DVXlNaVV5UXlVeU1tUnlZWGRVZVhCbEpUSXlKVE5CSlRJeWJtOXVaU1V5TWlVM1JDVXlReVV5TW5Sb1pXMWxKVEl5SlROQkpUZENKVGRFSlRKREpUSXljR0YwYUNVeU1pVXpRU1UxUWlVM1FpVXlNbUZqZEdsdmJuTWxNaklsTTBFbE5VSWxOMElsTWpKaFkzUnBiMjRsTWpJbE0wRWxNakp0YjNabEpUSXlKVEpESlRJeWVDVXlNaVV6UVNVeU1qQWxNaklsTWtNbE1qSjVKVEl5SlROQkpUSXlNQ1V5TWlVM1JDVXlReVUzUWlVeU1tRmpkR2x2YmlVeU1pVXpRU1V5TW14cGJtVWxNaklsTWtNbE1qSjRKVEl5SlROQkpUSXlkeVV5TWlVeVF5VXlNbmtsTWpJbE0wRWxNakl3SlRJeUpUZEVKVEpESlRkQ0pUSXlZV04wYVc5dUpUSXlKVE5CSlRJeWJHbHVaU1V5TWlVeVF5VXlNbmdsTWpJbE0wRWxNakozSlRJeUpUSkRKVEl5ZVNVeU1pVXpRU1V5TW1nbE1qSWxOMFFsTWtNbE4wSWxNakpoWTNScGIyNGxNaklsTTBFbE1qSnNhVzVsSlRJeUpUSkRKVEl5ZUNVeU1pVXpRU1V5TWpBbE1qSWxNa01sTWpKNUpUSXlKVE5CSlRJeWFDVXlNaVUzUkNVeVF5VTNRaVV5TW1GamRHbHZiaVV5TWlVelFTVXlNbU5zYjNObEpUSXlKVGRFSlRWRUpUZEVKVFZFSlRKREpUSXlabTl1ZEZOMGVXeGxKVEl5SlROQkpUZENKVEl5Wm05dWRFWmhiV2xzZVNVeU1pVXpRU1V5TWtGeWFXRnNKVEl5SlRKREpUSXljMmw2WlNVeU1pVXpRVEUwSlRkRUpUSkRKVEl5ZEdWNGRFSnNiMk5ySlRJeUpUTkJKVFZDSlRkQ0pUSXljRzl6YVhScGIyNGxNaklsTTBFbE4wSWxNako0SlRJeUpUTkJNVEFsTWtNbE1qSjVKVEl5SlROQk1DVXlReVV5TW5jbE1qSWxNMEVsTWpKM0xUSXdKVEl5SlRKREpUSXlhQ1V5TWlVelFTVXlNbWdsTWpJbE4wUWxNa01sTWpKMFpYaDBKVEl5SlROQkpUSXlVM0JoZEdsaGJDVXlNR1Z4ZFdsMGVTVXlNR0Z1WVd4NWMybHpKVE5EWW5JbE0wVnRhWE50WVhSamFDVXlNSFI1Y0c5c2IyZDVKVE5EWW5JbE0wVjBjbUZ1YzJsMEpUSXdaMkZwYmlVelEySnlKVE5GU1UxRUpUSXdaR2x6ZEhKcFluVjBhVzl1Y3lVelEySnlKVE5GVEVsVFFTVXlNR05zZFhOMFpYSnpKVE5EWW5JbE0wVmpZWE5sSlRJd2MzUjFaSGtsTWpCcGJuUmxjbkJ5WlhSaGRHbHZia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TNSQ1V5UXlVeU1taDVTRmhEYzIxeFMySXlOVGMwT0RFbE1qSWxNMEVsTjBJbE1qSnBaQ1V5TWlVelFTVXlNbWg1U0ZoRGMyMXhTMkl5TlRjME9ERWxNaklsTWtNbE1qSnVZVzFsSlRJeUpUTkJKVEl5Y21WamRHRnVaMnhsSlRJeUpUSkRKVEl5ZEdsMGJHVWxNaklsTTBFbE1qSWxSVGNsT1VZbFFUa2xSVFVsUWtRbFFUSWxNaklsTWtNbE1qSmpZWFJsWjI5eWVTVXlNaVV6UVNVeU1tSmhjMmxqSlRJeUpUSkRKVEl5WjNKdmRYQWxNaklsTTBFbE1qSWxNaklsTWtNbE1qSm5jbTkxY0U1aGJXVWxNaklsTTBGdWRXeHNKVEpESlRJeWJHOWphMlZrSlRJeUpUTkJabUZzYzJVbE1rTWxNakpzYVc1ckpUSXlKVE5CSlRJeUpUSXlKVEpESlRJeVkyaHBiR1J5Wlc0bE1qSWxNMEVsTlVJbE5VUWxNa01sTWpKd1lYSmxiblFsTWpJbE0wRWxNaklsTWpJbE1rTWxNakp5WlhOcGVtVkVhWElsTWpJbE0wRWxOVUlsTWpKMGJDVXlNaVV5UXlVeU1uUnlKVEl5SlRKREpUSXlZbklsTWpJbE1rTWxNakppYkNVeU1pVXlReVV5TW13bE1qSWxNa01sTWpKMEpUSXlKVEpESlRJeWNpVXlNaVV5UXlVeU1tSWxNaklsTlVRbE1rTWxNakpoZEhSeWFXSjFkR1VsTWpJbE0wRWxOMElsTWpKamIyNTBZV2x1WlhJbE1qSWxNMEZtWVd4elpTVXlReVV5TW5acGMybGliR1VsTWpJbE0wRjBjblZsSlRKREpUSXljbTkwWVhSaFlteGxKVEl5SlROQmRISjFaU1V5UXlVeU1teHBibXRoWW14bEpUSXlKVE5CZEhKMVpTVXlReVV5TW1OdmJHeGhjSE5oWW14bEpUSXlKVE5CWm1Gc2MyVWxNa01sTWpKamIyeHNZWEJ6WldRbE1qSWxNMEZtWVd4elpTVXlReVV5TW1acGVHVmtUR2x1YXlVeU1pVXpRV1poYkhObEpUSkRKVEl5YldGeWEyVnlUMlptYzJWMEpUSXlKVE5CTlNVM1JDVXlReVV5TW1SaGRHRkJkSFJ5YVdKMWRHVnpKVEl5SlROQkpUVkNKVGRDSlRJeWJtRnRaU1V5TWlVelFTVXlNaVZGTlNWQ1FTVTRSaVZGTlNVNFJpVkNOeVV5TWlVeVF5VXlNblI1Y0dVbE1qSWxNMEVsTWpKdWRXMWlaWElsTWpJbE1rTWxNakoyWVd4MVpTVXlNaVV6UVNVeU1pVXlNaVV5UXlVeU1tTmhkR1ZuYjNKNUpUSXlKVE5CSlRJeVpHVm1ZWFZzZENVeU1pVXlReVV5TW1sa0pUSXlKVE5CSlRJeVYwaGplRXRFUWxGNGJ6WXpOekl3TWlVeU1pVTNSQ1V5UXlVM1FpVXlNbTVoYldVbE1qSWxNMEVsTWpJbFJUVWxPVEFsT0VRbFJUY2xRVGNsUWpBbE1qSWxNa01sTWpKMGVYQmxKVEl5SlROQkpUSXljM1J5YVc1bkpUSXlKVEpESlRJeWRtRnNkV1VsTWpJbE0wRWxNaklsTWpJbE1rTWxNakpqWVhSbFoyOXllU1V5TWlVelFTVXlNbVJsWm1GMWJIUWxNaklsTWtNbE1qSnBaQ1V5TWlVelFTVXlNa0pzWjBkdFMwTmhhRXMyTURFME9UUWxNaklsTjBRbE1rTWxOMElsTWpKdVlXMWxKVEl5SlROQkpUSXlKVVUySlRnNUpUZ3dKVVUySlRsREpUZzVKVVU0SlRnd0pUZzFKVEl5SlRKREpUSXlkSGx3WlNVeU1pVXpRU1V5TW5OMGNtbHVaeVV5TWlVeVF5VXlNblpoYkhWbEpUSXlKVE5CSlRJeUpUSXlKVEpESlRJeVkyRjBaV2R2Y25rbE1qSWxNMEVsTWpKa1pXWmhkV3gwSlRJeUpUSkRKVEl5YVdRbE1qSWxNMEVsTWpKQlUzVk9SSEY0V201RE1UTTNPRFkySlRJeUpUZEVKVEpESlRkQ0pUSXlibUZ0WlNVeU1pVXpRU1V5TWlWRk9DVkNSaVU1UlNWRk5pVTRSU1ZCTlNVeU1pVXlReVV5TW5SNWNHVWxNaklsTTBFbE1qSnNhVzVySlRJeUpUSkRKVEl5ZG1Gc2RXVWxNaklsTTBFbE1qSWxNaklsTWtNbE1qSmpZWFJsWjI5eWVTVXlNaVV6UVNVeU1tUmxabUYxYkhRbE1qSWxNa01sTWpKcFpDVXlNaVV6UVNVeU1rSkhkWGRsVVdONGRHODNOelk0TkRjbE1qSWxOMFFsTWtNbE4wSWxNakp1WVcxbEpUSXlKVE5CSlRJeUpVVTBKVUpGSlVKR0pVVTNKVUZESlVKQkpUSXlKVEpESlRJeWRIbHdaU1V5TWlVelFTVXlNbk4wY21sdVp5VXlNaVV5UXlVeU1uWmhiSFZsSlRJeUpUTkJKVEl5SlRJeUpUSkRKVEl5WTJGMFpXZHZjbmtsTWpJbE0wRWxNakprWldaaGRXeDBKVEl5SlRKREpUSXlhV1FsTWpJbE0wRWxNakpzUkhoR1YyVjRaa2xPTmpZeE9USXdKVEl5SlRkRUpUVkVKVEpESlRJeWNISnZjSE1sTWpJbE0wRWxOMElsTWpKNEpUSXlKVE5CTkRBeExqazJNRE13TkRjME5EWTJNREUySlRKREpUSXllU1V5TWlVelFUWTNPUzQzT0RVM01UUXlPRFUzTVRRMEpUSkRKVEl5ZHlVeU1pVXpRVEk1TVM0d09UVXlNelEwTmpJeE9USTVNeVV5UXlVeU1tZ2xNaklsTTBFMU5DVXlReVV5TW5wcGJtUmxlQ1V5TWlVelFURXhKVEpESlRJeVlXNW5iR1VsTWpJbE0wRXdKVGRFSlRKREpUSXljMmhoY0dWVGRIbHNaU1V5TWlVelFTVTNRaVV5TW1Gc2NHaGhKVEl5SlROQk1TVTNSQ1V5UXlVeU1teHBibVZUZEhsc1pTVXlNaVV6UVNVM1FpVXlNbXhwYm1WWGFXUjBhQ1V5TWlVelFURXVOU1V5UXlVeU1teHBibVZEYjJ4dmNpVXlNaVV6UVNVeU1qazNKVEpET1RjbE1rTTVOeVV5TWlVM1JDVXlReVV5TW1acGJHeFRkSGxzWlNVeU1pVXpRU1UzUWlVeU1tTnZiRzl5SlRJeUpUTkJKVEl5TWpVeUpUSkRNalE1SlRKRE1qTTBKVEl5SlRKREpUSXlaSEpoZDFSNWNHVWxNaklsTTBFbE1qSnViMjVsSlRJeUpUZEVKVEpESlRJeWRHaGxiV1VsTWpJbE0wRWxOMElsTjBRbE1rTWxNakp3WVhSb0pUSXlKVE5CSlRWQ0pUZENKVEl5WVdOMGFXOXVjeVV5TWlVelFTVTFRaVUzUWlVeU1tRmpkR2x2YmlVeU1pVXpRU1V5TW0xdmRtVWxNaklsTWtNbE1qSjRKVEl5SlROQkpUSXlNQ1V5TWlVeVF5VXlNbmtsTWpJbE0wRWxNakl3SlRJeUpUZEVKVEpESlRkQ0pUSXlZV04wYVc5dUpUSXlKVE5CSlRJeWJHbHVaU1V5TWlVeVF5VXlNbmdsTWpJbE0wRWxNakozSlRJeUpUSkRKVEl5ZVNVeU1pVXpRU1V5TWpBbE1qSWxOMFFsTWtNbE4wSWxNakpoWTNScGIyNGxNaklsTTBFbE1qSnNhVzVsSlRJeUpUSkRKVEl5ZUNVeU1pVXpRU1V5TW5jbE1qSWxNa01sTWpKNUpUSXlKVE5CSlRJeWFDVXlNaVUzUkNVeVF5VTNRaVV5TW1GamRHbHZiaVV5TWlVelFTVXlNbXhwYm1VbE1qSWxNa01sTWpKNEpUSXlKVE5CSlRJeU1DVXlNaVV5UXlVeU1ua2xNaklsTTBFbE1qSm9KVEl5SlRkRUpUSkRKVGRDSlRJeVlXTjBhVzl1SlRJeUpUTkJKVEl5WTJ4dmMyVWxNaklsTjBRbE5VUWxOMFFsTlVRbE1rTWxNakptYjI1MFUzUjViR1VsTWpJbE0wRWxOMElsTWpKbWIyNTBSbUZ0YVd4NUpUSXlKVE5CSlRJeVFYSnBZV3dsTWpJbE1rTWxNakp6YVhwbEpUSXlKVE5CTVRRbE4wUWxNa01sTWpKMFpYaDBRbXh2WTJzbE1qSWxNMEVsTlVJbE4wSWxNakp3YjNOcGRHbHZiaVV5TWlVelFTVTNRaVV5TW5nbE1qSWxNMEV4TUNVeVF5VXlNbmtsTWpJbE0wRXdKVEpESlRJeWR5VXlNaVV6UVNVeU1uY3RNakFsTWpJbE1rTWxNakpvSlRJeUpUTkJKVEl5YUNVeU1pVTNSQ1V5UXlVeU1uUmxlSFFsTWpJbE0wRWxNakpEWVhKbExYTmxibk5wZEdsMlpTVXlNREUxTFcxcGJuVjBaU1V5TUdOcGRIa2xNakJrYVdGbmJtOXphWE1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jNkRk53UW5sUVNsWlFOVGt5TVRneEpUSXlKVE5CSlRkQ0pUSXlhV1FsTWpJbE0wRWxNakozZEZOd1FubFFTbFpRTlRreU1UZ3hKVEl5SlRKREpUSXlibUZ0WlNVeU1pVXpRU1V5TW14cGJtdGxjaVV5TWlVeVF5VXlNblJsZUhRbE1qSWxNMEVsTWpJbE1qSWxNa01sTWpKbmNtOTFjQ1V5TWlVelFTVXlNaVV5TWlVeVF5VXlNbXhwYm10bGNsUjVjR1VsTWpJbE0wRWxNakppY205clpXNGxNaklsTWtNbE1qSndiMmx1ZEhNbE1qSWxNMEVsTlVJbE4wSWxNako0SlRJeUpUTkJNakkwTGpBME56Y3hOREk0TlRjeE5ETWxNa01sTWpKNUpUSXlKVE5CTVRVd0xqUTBOakl4TkRJNE5UY3hOREkySlRkRUpUSkRKVGRDSlRJeWVDVXlNaVV6UVRJeU5DNHdORGMzTVRReU9EVTNNVFF6SlRKREpUSXllU1V5TWlVelFURTFNQzQwTkRZeU1UUXlPRFUzTVRReU5pVTNSQ1UxUkNVeVF5VXlNbXh2WTJ0bFpDVXlNaVV6UVdaaGJITmxKVEpESlRJeVpHRjBZVUYwZEhKcFluVjBaWE1sTWpJbE0wRWxOVUlsTlVRbE1rTWxNakp3Y205d2N5VXlNaVV6UVNVM1FpVXlNbnBwYm1SbGVDVXlNaVV6UVRFeUpUZEVKVEpESlRJeWJHbHVaVk4wZVd4bEpUSXlKVE5CSlRkQ0pUSXliR2x1WlZkcFpIUm9KVEl5SlROQk1TNDFKVEpESlRJeWJHbHVaVU52Ykc5eUpUSXlKVE5CSlRJeU9UY2xNa001TnlVeVF6azNKVEl5SlRkRUpUSkRKVEl5Wm5KdmJTVXlNaVV6UVNVM1FpVXlNbmdsTWpJbE0wRXlNalF1TURRM056RTBNamcxTnpFME15VXlReVV5TW5rbE1qSWxNMEV4TXpNdU1ETTFNamcxTnpFME1qZzFOeklsTWtNbE1qSmhibWRzWlNVeU1pVXpRVFF1TnpFeU16ZzRPVGd3TXpnME5qa2xNa01sTWpKcFpDVXlNaVV6UVNVeU1sRmxiM0prYTJ0U1YyWTRNVFl4T0RrbE1qSWxOMFFsTWtNbE1qSjBieVV5TWlVelFTVTNRaVV5TW1sa0pUSXlKVE5CSlRJeVUwaHdVa0pFWkhwYVNUYzJNVE00TXlVeU1pVXlReVV5TW5nbE1qSWxNMEV5TWpRdU1EUTNOekUwTWpnMU56RTBNeVV5UXlVeU1ua2xNaklsTTBFeE5qY3VPRFUzTVRReU9EVTNNVFF5T0NVeVF5VXlNbUZ1WjJ4bEpUSXlKVE5CTVM0MU56QTNPVFl6TWpZM09UUTRPVGNsTjBRbE1rTWxNakowWlhoMFFteHZZMnNsTWpJbE0wRWxOVUlsTlVRbE1rTWxNakptYjI1MFUzUjViR1VsTWpJbE0wRWxOMElsTWpKbWIyNTBSbUZ0YVd4NUpUSXlKVE5CSlRJeVFYSnBZV3dsTWpJbE1rTWxNakp6YVhwbEpUSXlKVE5CTVRRbE4wUWxOMFFsTWtNbE1qSjVTRU5SYUdoVlRVRnNNelE0T0RnM0pUSXlKVE5CSlRkQ0pUSXlhV1FsTWpJbE0wRWxNako1U0VOUmFHaFZUVUZzTXpRNE9EZzNKVEl5SlRKREpUSXlibUZ0WlNVeU1pVXpRU1V5TW14cGJtdGxjaVV5TWlVeVF5VXlNblJsZUhRbE1qSWxNMEVsTWpJbE1qSWxNa01sTWpKbmNtOTFjQ1V5TWlVelFTVXlNaVV5TWlVeVF5VXlNbXhwYm10bGNsUjVjR1VsTWpJbE0wRWxNakppY205clpXNGxNaklsTWtNbE1qSndiMmx1ZEhNbE1qSWxNMEVsTlVJbE4wSWxNako0SlRJeUpUTkJORFV6TGpNNE1EVXdPVEkzTnpNME16Z2xNa01sTWpKNUpUSXlKVE5CTVRRM0xqZ3dNelUzTVRReU9EVTNNVFFsTjBRbE1rTWxOMElsTWpKNEpUSXlKVE5CTkRVekxqTTRNRFEzT0RBM09EWTFOelFsTWtNbE1qSjVKVEl5SlROQk1UUTNMamd3TXpVM01UUXlPRFUzTVRRbE4wUWxOVVFsTWtNbE1qSnNiMk5yWldRbE1qSWxNMEZtWVd4elpTVXlReVV5TW1SaGRHRkJkSFJ5YVdKMWRHVnpKVEl5SlROQkpUVkNKVFZFSlRKREpUSXljSEp2Y0hNbE1qSWxNMEVsTjBJbE1qSjZhVzVrWlhnbE1qSWxNMEV4TXlVM1JDVXlReVV5TW14cGJtVlRkSGxzWlNVeU1pVXpRU1UzUWlVeU1teHBibVZYYVdSMGFDVXlNaVV6UVRFdU5TVXlReVV5TW14cGJtVkRiMnh2Y2lVeU1pVXpRU1V5TWprM0pUSkRPVGNsTWtNNU55VXlNaVUzUkNVeVF5VXlNbVp5YjIwbE1qSWxNMEVsTjBJbE1qSjRKVEl5SlROQk5EVXpMak00TURVd09USTNOek0wTXpnbE1rTWxNako1SlRJeUpUTkJNVEkzTGpjMUpUSkRKVEl5WVc1bmJHVWxNaklsTTBFMExqY3hNak00T0RrNE1ETTRORFk1SlRKREpUSXlhV1FsTWpJbE0wRWxNakpoYmsxaFZHdFJWM0pNTWpRMU5ERTNKVEl5SlRkRUpUSkRKVEl5ZEc4bE1qSWxNMEVsTjBJbE1qSnBaQ1V5TWlVelFTVXlNa3R6UVc5V1UyUjBWMkUzTlRVeU9EWWxNaklsTWtNbE1qSjRKVEl5SlROQk5EVXpMak00TURRM09EQTNPRFkxTnpRbE1rTWxNako1SlRJeUpUTkJNVFkzTGpnMU56RTBNamcxTnpFME1qZ2xNa01sTWpKaGJtZHNaU1V5TWlVelFURXVOVGN3TnprMk16STJOemswT0RrM0pUZEVKVEpESlRJeWRHVjRkRUpzYjJOckpUSXlKVE5CSlRWQ0pUVkVKVEpESlRJeVptOXVkRk4wZVd4bEpUSXlKVE5CSlRkQ0pUSXlabTl1ZEVaaGJXbHNlU1V5TWlVelFTVXlNa0Z5YVdGc0pUSXlKVEpESlRJeWMybDZaU1V5TWlVelFURTBKVGRFSlRkRUpUSkRKVEl5UldoMWFFNXRiMFJwVkRZeE5qQXpPQ1V5TWlVelFTVTNRaVV5TW1sa0pUSXlKVE5CSlRJeVJXaDFhRTV0YjBScFZEWXhOakF6T0NVeU1pVXlReVV5TW01aGJXVWxNaklsTTBFbE1qSnNhVzVyWlhJbE1qSWxNa01sTWpKMFpYaDBKVEl5SlROQkpUSXlKVEl5SlRKREpUSXlaM0p2ZFhBbE1qSWxNMEVsTWpJbE1qSWxNa01sTWpKc2FXNXJaWEpVZVhCbEpUSXlKVE5CSlRJeVluSnZhMlZ1SlRJeUpUSkRKVEl5Y0c5cGJuUnpKVEl5SlROQkpUVkNKVGRDSlRJeWVDVXlNaVV6UVRjd01pNHlNemd5TWpNMU5qTXdOVGd4SlRKREpUSXllU1V5TWlVelFURTBOUzQzT0RVNU1qZzFOekUwTWpnMU5DVTNSQ1V5UXlVM1FpVXlNbmdsTWpJbE0wRTNNREl1TWpNNE1qSXpOVFl6TURVNE1TVXlReVV5TW5rbE1qSWxNMEV4TkRVdU56ZzFPVEk0TlRjeE5ESTROVFFsTjBRbE5VUWxNa01sTWpKc2IyTnJaV1FsTWpJbE0wRm1ZV3h6WlNVeVF5VXlNbVJoZEdGQmRIUnlhV0oxZEdWekpUSXlKVE5CSlRWQ0pUVkVKVEpESlRJeWNISnZjSE1sTWpJbE0wRWxOMElsTWpKNmFXNWtaWGdsTWpJbE0wRXhOQ1UzUkNVeVF5VXlNbXhwYm1WVGRIbHNaU1V5TWlVelFTVTNRaVV5TW14cGJtVlhhV1IwYUNVeU1pVXpRVEV1TlNVeVF5VXlNbXhwYm1WRGIyeHZjaVV5TWlVelFTVXlNamszSlRKRE9UY2xNa001TnlVeU1pVTNSQ1V5UXlVeU1tWnliMjBsTWpJbE0wRWxOMElsTWpKNEpUSXlKVE5CTnpBeUxqSXpPREl5TXpVMk16QTFPREVsTWtNbE1qSjVKVEl5SlROQk1USXpMamN4TkRjeE5ESTROVGN4TkRNeEpUSkRKVEl5WVc1bmJHVWxNaklsTTBFMExqY3hNak00T0RrNE1ETTRORFk1SlRKREpUSXlhV1FsTWpJbE0wRWxNakoxYjBkVFdGbFhjRzU0T0RFMk9UQTRKVEl5SlRkRUpUSkRKVEl5ZEc4bE1qSWxNMEVsTjBJbE1qSnBaQ1V5TWlVelFTVXlNa055UW1KUVdXTndVbG8yTkRVMk1UVWxNaklsTWtNbE1qSjRKVEl5SlROQk56QXlMakl6T0RJeU16VTJNekExT0RFbE1rTWxNako1SlRJeUpUTkJNVFkzTGpnMU56RTBNamcxTnpFME1qZ2xNa01sTWpKaGJtZHNaU1V5TWlVelFURXVOVGN3TnprMk16STJOemswT0RrM0pUZEVKVEpESlRJeWRHVjRkRUpzYjJOckpUSXlKVE5CSlRWQ0pUVkVKVEpESlRJeVptOXVkRk4wZVd4bEpUSXlKVE5CSlRkQ0pUSXlabTl1ZEVaaGJXbHNlU1V5TWlVelFTVXlNa0Z5YVdGc0pUSXlKVEpESlRJeWMybDZaU1V5TWlVelFURTBKVGRFSlRkRUpUSkRKVEl5Y25obldrVlRUVUZPVHpNNU16a3dPQ1V5TWlVelFTVTNRaVV5TW1sa0pUSXlKVE5CSlRJeWNuaG5Xa1ZUVFVGT1R6TTVNemt3T0NVeU1pVXlReVV5TW01aGJXVWxNaklsTTBFbE1qSnNhVzVyWlhJbE1qSWxNa01sTWpKMFpYaDBKVEl5SlROQkpUSXlKVEl5SlRKREpUSXlaM0p2ZFhBbE1qSWxNMEVsTWpJbE1qSWxNa01sTWpKc2FXNXJaWEpVZVhCbEpUSXlKVE5CSlRJeVluSnZhMlZ1SlRJeUpUSkRKVEl5Y0c5cGJuUnpKVEl5SlROQkpUVkNKVGRDSlRJeWVDVXlNaVV6UVRJeU5DNHdORGd3T1RFMk1EVXdOVEF5TnlVeVF5VXlNbmtsTWpJbE0wRXlOek11TVRJME9USTROVGN4TkRJNE5DVTNSQ1V5UXlVM1FpVXlNbmdsTWpJbE0wRXlNalF1TURRNE1Ea3hOakExTURVd01qY2xNa01sTWpKNUpUSXlKVE5CTWpjekxqRXlORGt5T0RVM01UUXlPRFFsTjBRbE5VUWxNa01sTWpKc2IyTnJaV1FsTWpJbE0wRm1ZV3h6WlNVeVF5VXlNbVJoZEdGQmRIUnlhV0oxZEdWekpUSXlKVE5CSlRWQ0pUVkVKVEpESlRJeWNISnZjSE1sTWpJbE0wRWxOMElsTWpKNmFXNWtaWGdsTWpJbE0wRXhOU1UzUkNVeVF5VXlNbXhwYm1WVGRIbHNaU1V5TWlVelFTVTNRaVV5TW14cGJtVlhhV1IwYUNVeU1pVXpRVEV1TlNVeVF5VXlNbXhwYm1WRGIyeHZjaVV5TWlVelFTVXlNamszSlRKRE9UY2xNa001TnlVeU1pVTNSQ1V5UXlVeU1tWnliMjBsTWpJbE0wRWxOMElsTWpKNEpUSXlKVE5CTWpJMExqQTBPREE1TVRZd05UQTFNREkzSlRKREpUSXllU1V5TWlVelFUSTFOUzQzTVRReE5ESTROVGN4TkRJMk15VXlReVV5TW1GdVoyeGxKVEl5SlROQk5DNDNNVEl6T0RnNU9EQXpPRFEyT1NVeVF5VXlNbWxrSlRJeUpUTkJKVEl5VTBod1VrSkVaSHBhU1RjMk1UTTRNeVV5TWlVM1JDVXlReVV5TW5SdkpUSXlKVE5CSlRkQ0pUSXlhV1FsTWpJbE0wRWxNakp3V21sSlJFUm9hMlZxTlRnNE1EWTJKVEl5SlRKREpUSXllQ1V5TWlVelFUSXlOQzR3TkRnd09URTJNRFV3TlRBeU55VXlReVV5TW5rbE1qSWxNMEV5T1RBdU5UTTFOekUwTWpnMU56RTBNaVV5UXlVeU1tRnVaMnhsSlRJeUpUTkJNUzQxTnpBM09UWXpNalkzT1RRNE9UY2xOMFFsTWtNbE1qSjBaWGgwUW14dlkyc2xNaklsTTBFbE5VSWxOVVFsTWtNbE1qSm1iMjUwVTNSNWJHVWxNaklsTTBFbE4wSWxNakptYjI1MFJtRnRhV3g1SlRJeUpUTkJKVEl5UVhKcFlXd2xNaklsTWtNbE1qSnphWHBsSlRJeUpUTkJNVFFsTjBRbE4wUWxNa01sTWpKMVdteDFiMlZHY0hCTU56azNOakUySlRJeUpUTkJKVGRDSlRJeWFXUWxNaklsTTBFbE1qSjFXbXgxYjJWR2NIQk1OemszTmpFMkpUSXlKVEpESlRJeWJtRnRaU1V5TWlVelFTVXlNbXhwYm10bGNpVXlNaVV5UXlVeU1uUmxlSFFsTWpJbE0wRWxNaklsTWpJbE1rTWxNakpuY205MWNDVXlNaVV6UVNVeU1pVXlNaVV5UXlVeU1teHBibXRsY2xSNWNHVWxNaklsTTBFbE1qSmljbTlyWlc0bE1qSWxNa01sTWpKd2IybHVkSE1sTWpJbE0wRWxOVUlsTjBJbE1qSjRKVEl5SlROQk1qSTBMakEwTnpJek5EUTJNakU1TXpBM0pUSkRKVEl5ZVNVeU1pVXpRVFF4TUM0Mk5qQTFOekUwTWpnMU56RXpOaVUzUkNVeVF5VTNRaVV5TW5nbE1qSWxNMEV5TWpRdU1EUTNNak0wTkRZeU1Ua3pNRFVsTWtNbE1qSjVKVEl5SlROQk5ERXdMalkyTURVM01UUXlPRFUzTVRNMkpUZEVKVFZFSlRKREpUSXliRzlqYTJWa0pUSXlKVE5CWm1Gc2MyVWxNa01sTWpKa1lYUmhRWFIwY21saWRYUmxjeVV5TWlVelFTVTFRaVUxUkNVeVF5VXlNbkJ5YjNCekpUSXlKVE5CSlRkQ0pUSXllbWx1WkdWNEpUSXlKVE5CTVRZbE4wUWxNa01sTWpKc2FXNWxVM1I1YkdVbE1qSWxNMEVsTjBJbE1qSnNhVzVsVjJsa2RHZ2xNaklsTTBFeExqVWxNa01sTWpKc2FXNWxRMjlzYjNJbE1qSWxNMEVsTWpJNU55VXlRemszSlRKRE9UY2xNaklsTjBRbE1rTWxNakptY205dEpUSXlKVE5CSlRkQ0pUSXllQ1V5TWlVelFUSXlOQzR3TkRjeU16UTBOakl4T1RNd055VXlReVV5TW5rbE1qSWxNMEV6T1RNdU1qUTVOekUwTWpnMU56RTBNeVV5UXlVeU1tRnVaMnhsSlRJeUpUTkJOQzQzTVRJek9EZzVPREF6T0RRMk9TVXlReVV5TW1sa0pUSXlKVE5CSlRJeWNGcHBTVVJFYUd0bGFqVTRPREEyTmlVeU1pVTNSQ1V5UXlVeU1uUnZKVEl5SlROQkpUZENKVEl5YVdRbE1qSWxNMEVsTWpKVGRHSnpWWE5TVlVWTE1qazNOVGMwSlRJeUpUSkRKVEl5ZUNVeU1pVXpRVEl5TkM0d05EY3lNelEwTmpJeE9UTXdOU1V5UXlVeU1ua2xNaklsTTBFME1qZ3VNRGN4TkRJNE5UY3hOREk0TkRRbE1rTWxNakpoYm1kc1pTVXlNaVV6UVRFdU5UY3dOemsyTXpJMk56azBPRGszSlRkRUpUSkRKVEl5ZEdWNGRFSnNiMk5ySlRJeUpUTkJKVFZDSlRWRUpUSkRKVEl5Wm05dWRGTjBlV3hsSlRJeUpUTkJKVGRDSlRJeVptOXVkRVpoYldsc2VTVXlNaVV6UVNVeU1rRnlhV0ZzSlRJeUpUSkRKVEl5YzJsNlpTVXlNaVV6UVRFMEpUZEVKVGRFSlRKREpUSXlWVWRvVUZGNFdXaHRiRE0zTVRjME55VXlNaVV6UVNVM1FpVXlNbWxrSlRJeUpUTkJKVEl5VlVkb1VGRjRXV2h0YkRNM01UYzBOeVV5TWlVeVF5VXlNbTVoYldVbE1qSWxNMEVsTWpKeVpXTjBZVzVuYkdVbE1qSWxNa01sTWpKMGFYUnNaU1V5TWlVelFTVXlNaVZGTnlVNVJpVkJPU1ZGTlNWQ1JDVkJNaVV5TWlVeVF5VXlNbU5oZEdWbmIzSjVKVEl5SlROQkpUSXlZbUZ6YVdNbE1qSWxNa01sTWpKbmNtOTFjQ1V5TWlVelFTVXlNaVV5TWlVeVF5VXlNbWR5YjNWd1RtRnRaU1V5TWlVelFXNTFiR3dsTWtNbE1qSnNiMk5yWldRbE1qSWxNMEZtWVd4elpTVXlReVV5TW14cGJtc2xNaklsTTBFbE1qSWxNaklsTWtNbE1qSmphR2xzWkhKbGJpVXlNaVV6UVNVMVFpVTFSQ1V5UXlVeU1uQmhjbVZ1ZENVeU1pVXpRU1V5TWlVeU1pVXlReVV5TW5KbGMybDZaVVJwY2lVeU1pVXpRU1UxUWlVeU1uUnNKVEl5SlRKREpUSXlkSElsTWpJbE1rTWxNakppY2lVeU1pVXlReVV5TW1Kc0pUSXlKVEpESlRJeWJDVXlNaVV5UXlVeU1uUWxNaklsTWtNbE1qSnlKVEl5SlRKREpUSXlZaVV5TWlVMVJDVXlReVV5TW1GMGRISnBZblYwWlNVeU1pVXpRU1UzUWlVeU1tTnZiblJoYVc1bGNpVXlNaVV6UVdaaGJITmxKVEpESlRJeWRtbHphV0pzWlNVeU1pVXpRWFJ5ZFdVbE1rTWxNakp5YjNSaGRHRmliR1VsTWpJbE0wRjBjblZsSlRKREpUSXliR2x1YTJGaWJHVWxNaklsTTBGMGNuVmxKVEpESlRJeVkyOXNiR0Z3YzJGaWJHVWxNaklsTTBGbVlXeHpaU1V5UXlVeU1tTnZiR3hoY0hObFpDVXlNaVV6UVdaaGJITmxKVEpESlRJeVptbDRaV1JNYVc1ckpUSXlKVE5CWm1Gc2MyVWxNa01sTWpKdFlYSnJaWEpQWm1aelpYUWxNaklsTTBFMUpUZEVKVEpESlRJeVpHRjBZVUYwZEhKcFluVjBaWE1sTWpJbE0wRWxOVUlsTjBJbE1qSnVZVzFsSlRJeUpUTkJKVEl5SlVVMUpVSkJKVGhHSlVVMUpUaEdKVUkzSlRJeUpUSkRKVEl5ZEhsd1pTVXlNaVV6UVNVeU1tNTFiV0psY2lVeU1pVXlReVV5TW5aaGJIVmxKVEl5SlROQkpUSXlKVEl5SlRKREpUSXlZMkYwWldkdmNua2xNaklsTTBFbE1qSmtaV1poZFd4MEpUSXlKVEpESlRJeWFXUWxNaklsTTBFbE1qSm1VME5sYTJWVmIxcHpPVFU0TWpnNEpUSXlKVGRFSlRKREpUZENKVEl5Ym1GdFpTVXlNaVV6UVNVeU1pVkZOU1U1TUNVNFJDVkZOeVZCTnlWQ01DVXlNaVV5UXlVeU1uUjVjR1VsTWpJbE0wRWxNakp6ZEhKcGJtY2xNaklsTWtNbE1qSjJZV3gxWlNVeU1pVXpRU1V5TWlVeU1pVXlReVV5TW1OaGRHVm5iM0o1SlRJeUpUTkJKVEl5WkdWbVlYVnNkQ1V5TWlVeVF5VXlNbWxrSlRJeUpUTkJKVEl5UWxSdVluZENlV2g1WXpNME16a3hNQ1V5TWlVM1JDVXlReVUzUWlVeU1tNWhiV1VsTWpJbE0wRWxNaklsUlRZbE9Ea2xPREFsUlRZbE9VTWxPRGtsUlRnbE9EQWxPRFVsTWpJbE1rTWxNakowZVhCbEpUSXlKVE5CSlRJeWMzUnlhVzVuSlRJeUpUSkRKVEl5ZG1Gc2RXVWxNaklsTTBFbE1qSWxNaklsTWtNbE1qSmpZWFJsWjI5eWVTVXlNaVV6UVNVeU1tUmxabUYxYkhRbE1qSWxNa01sTWpKcFpDVXlNaVV6UVNVeU1raFBjV1pIYkZac2FsbzVORE0wT0RFbE1qSWxOMFFsTWtNbE4wSWxNakp1WVcxbEpUSXlKVE5CSlRJeUpVVTRKVUpHSlRsRkpVVTJKVGhGSlVFMUpUSXlKVEpESlRJeWRIbHdaU1V5TWlVelFTVXlNbXhwYm1zbE1qSWxNa01sTWpKMllXeDFaU1V5TWlVelFTVXlNaVV5TWlVeVF5VXlNbU5oZEdWbmIzSjVKVEl5SlROQkpUSXlaR1ZtWVhWc2RDVXlNaVV5UXlVeU1tbGtKVEl5SlROQkpUSXlTSEZYUzBsUFZVSk5XVGMwTlRRMU9TVXlNaVUzUkNVeVF5VTNRaVV5TW01aGJXVWxNaklsTTBFbE1qSWxSVFFsUWtVbFFrWWxSVGNsUVVNbFFrRWxNaklsTWtNbE1qSjBlWEJsSlRJeUpUTkJKVEl5YzNSeWFXNW5KVEl5SlRKREpUSXlkbUZzZFdVbE1qSWxNMEVsTWpJbE1qSWxNa01sTWpKallYUmxaMjl5ZVNVeU1pVXpRU1V5TW1SbFptRjFiSFFsTWpJbE1rTWxNakpwWkNVeU1pVXpRU1V5TWt4YWNscExUbmxCYzJZMU1UZzBPVGNsTWpJbE4wUWxOVVFsTWtNbE1qSndjbTl3Y3lVeU1pVXpRU1UzUWlVeU1uZ2xNaklsTTBFME16WXVNelkxTURZME9ETXlPRGs1TmpNbE1rTWxNako1SlRJeUpUTkJORE0zTGpJeE5ESTROVGN4TkRJNE5UWWxNa01sTWpKM0pUSXlKVE5CTWpJeUxqSTROVGN4TkRJNE5UY3hOREVsTWtNbE1qSm9KVEl5SlROQk5UUWxNa01sTWpKNmFXNWtaWGdsTWpJbE0wRXlNU1V5UXlVeU1tRnVaMnhsSlRJeUpUTkJNQ1UzUkNVeVF5VXlNbk5vWVhCbFUzUjViR1VsTWpJbE0wRWxOMElsTWpKaGJIQm9ZU1V5TWlVelFURWxOMFFsTWtNbE1qSnNhVzVsVTNSNWJHVWxNaklsTTBFbE4wSWxNakpzYVc1bFYybGtkR2dsTWpJbE0wRXhMalVsTWtNbE1qSnNhVzVsUTI5c2IzSWxNaklsTTBFbE1qSTVOeVV5UXprM0pUSkRPVGNsTWpJbE4wUWxNa01sTWpKbWFXeHNVM1I1YkdVbE1qSWxNMEVsTjBJbE1qSmpiMnh2Y2lVeU1pVXpRU1V5TWpJMU1pVXlRekkwT1NVeVF6SXpOQ1V5TWlVeVF5VXlNbVJ5WVhkVWVYQmxKVEl5SlROQkpUSXlibTl1WlNVeU1pVTNSQ1V5UXlVeU1uUm9aVzFsSlRJeUpUTkJKVGRDSlRkRUpUSkRKVEl5Y0dGMGFDVXlNaVV6UVNVMVFpVTNRaVV5TW1GamRHbHZibk1sTWpJbE0wRWxOVUlsTjBJbE1qSmhZM1JwYjI0bE1qSWxNMEVsTWpKdGIzWmxKVEl5SlRKREpUSXllQ1V5TWlVelFTVXlNakFsTWpJbE1rTWxNako1SlRJeUpUTkJKVEl5TUNVeU1pVTNSQ1V5UXlVM1FpVXlNbUZqZEdsdmJpVXlNaVV6UVNVeU1teHBibVVsTWpJbE1rTWxNako0SlRJeUpUTkJKVEl5ZHlVeU1pVXlReVV5TW5rbE1qSWxNMEVsTWpJd0pUSXlKVGRFSlRKREpUZENKVEl5WVdOMGFXOXVKVEl5SlROQkpUSXliR2x1WlNVeU1pVXlReVV5TW5nbE1qSWxNMEVsTWpKM0pUSXlKVEpESlRJeWVTVXlNaVV6UVNVeU1tZ2xNaklsTjBRbE1rTWxOMElsTWpKaFkzUnBiMjRsTWpJbE0wRWxNakpzYVc1bEpUSXlKVEpESlRJeWVDVXlNaVV6UVNVeU1qQWxNaklsTWtNbE1qSjVKVEl5SlROQkpUSXlhQ1V5TWlVM1JDVXlReVUzUWlVeU1tRmpkR2x2YmlVeU1pVXpRU1V5TW1Oc2IzTmxKVEl5SlRkRUpUVkVKVGRFSlRWRUpUSkRKVEl5Wm05dWRGTjBlV3hsSlRJeUpUTkJKVGRDSlRJeVptOXVkRVpoYldsc2VTVXlNaVV6UVNVeU1rRnlhV0ZzSlRJeUpUSkRKVEl5YzJsNlpTVXlNaVV6UVRFMEpUZEVKVEpESlRJeWRHVjRkRUpzYjJOckpUSXlKVE5CSlRWQ0pUZENKVEl5Y0c5emFYUnBiMjRsTWpJbE0wRWxOMElsTWpKNEpUSXlKVE5CTVRBbE1rTWxNako1SlRJeUpUTkJNQ1V5UXlVeU1uY2xNaklsTTBFbE1qSjNMVEl3SlRJeUpUSkRKVEl5YUNVeU1pVXpRU1V5TW1nbE1qSWxOMFFsTWtNbE1qSjBaWGgwSlRJeUpUTkJKVEl5VG1WbFpDVkZNaVU0TUNVNU0yRmpZMlZ6Y3lVeU1HMXBjMjFoZEdOb0pUTkRZbklsTTBVbE0wTmthWFlsTTBWTkpUTkVKVEl3VGkwbE1qQkJKVE5EWW5JbE0wVWxNME1sTWtaa2FYWWxNMFV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OMFFsTWtNbE1qSkxaSEpKY1ZCNmRtdFJOREE0TXpRd0pUSXlKVE5CSlRkQ0pUSXlhV1FsTWpJbE0wRWxNakpMWkhKSmNWQjZkbXRSTkRBNE16UXdKVEl5SlRKREpUSXlibUZ0WlNVeU1pVXpRU1V5TW14cGJtdGxjaVV5TWlVeVF5VXlNblJsZUhRbE1qSWxNMEVsTWpJbE1qSWxNa01sTWpKbmNtOTFjQ1V5TWlVelFTVXlNaVV5TWlVeVF5VXlNbXhwYm10bGNsUjVjR1VsTWpJbE0wRWxNakppY205clpXNGxNaklsTWtNbE1qSndiMmx1ZEhNbE1qSWxNMEVsTlVJbE4wSWxNako0SlRJeUpUTkJORFV6TGpNNE1EYzRORFU1TWpBMk56UTNKVEpESlRJeWVTVXlNaVV6UVRJNE5pNHlNVFEwT1RrNU9UazVPVGs0SlRkRUpUSkRKVGRDSlRJeWVDVXlNaVV6UVRRMU15NHpPREEzT1RRNU9URTJNamsySlRKREpUSXllU1V5TWlVelFUSTROaTR5TVRRME9UazVPVGs1T1RrNEpUZEVKVFZFSlRKREpUSXliRzlqYTJWa0pUSXlKVE5CWm1Gc2MyVWxNa01sTWpKa1lYUmhRWFIwY21saWRYUmxjeVV5TWlVelFTVTFRaVUxUkNVeVF5VXlNbkJ5YjNCekpUSXlKVE5CSlRkQ0pUSXllbWx1WkdWNEpUSXlKVE5CTWpJbE4wUWxNa01sTWpKc2FXNWxVM1I1YkdVbE1qSWxNMEVsTjBJbE1qSnNhVzVsVjJsa2RHZ2xNaklsTTBFeExqVWxNa01sTWpKc2FXNWxRMjlzYjNJbE1qSWxNMEVsTWpJNU55VXlRemszSlRKRE9UY2xNaklsTjBRbE1rTWxNakptY205dEpUSXlKVE5CSlRkQ0pUSXllQ1V5TWlVelFUUTFNeTR6T0RBM09EUTFPVEl3TmpjME55VXlReVV5TW5rbE1qSWxNMEV5TmpndU56ZzJNVFF5T0RVM01UUXlOalFsTWtNbE1qSmhibWRzWlNVeU1pVXpRVFF1TnpFeU16ZzRPVGd3TXpnME5qa2xNa01sTWpKcFpDVXlNaVV6UVNVeU1rdHpRVzlXVTJSMFYyRTNOVFV5T0RZbE1qSWxOMFFsTWtNbE1qSjBieVV5TWlVelFTVTNRaVV5TW1sa0pUSXlKVE5CSlRJeVdGQldTMWxGY0c5VVdqTXlNVFEzTlNVeU1pVXlReVV5TW5nbE1qSWxNMEUwTlRNdU16Z3dOemswT1RreE5qSTVOaVV5UXlVeU1ua2xNaklsTTBFek1ETXVOalF5T0RVM01UUXlPRFUzSlRKREpUSXlZVzVuYkdVbE1qSWxNMEV4TGpVM01EYzVOak15TmpjNU5EZzVOeVUzUkNVeVF5VXlNblJsZUhSQ2JHOWpheVV5TWlVelFTVTFRaVUxUkNVeVF5VXlNbVp2Ym5SVGRIbHNaU1V5TWlVelFTVTNRaVV5TW1admJuUkdZVzFwYkhrbE1qSWxNMEVsTWpKQmNtbGhiQ1V5TWlVeVF5VXlNbk5wZW1VbE1qSWxNMEV4TkNVM1JDVTNSQ1V5UXlVeU1uUndZMVZNYUZkcFkzZzFORGcwTnpnbE1qSWxNMEVsTjBJbE1qSnBaQ1V5TWlVelFTVXlNblJ3WTFWTWFGZHBZM2cxTkRnME56Z2xNaklsTWtNbE1qSnVZVzFsSlRJeUpUTkJKVEl5YkdsdWEyVnlKVEl5SlRKREpUSXlkR1Y0ZENVeU1pVXpRU1V5TWlVeU1pVXlReVV5TW1keWIzVndKVEl5SlROQkpUSXlKVEl5SlRKREpUSXliR2x1YTJWeVZIbHdaU1V5TWlVelFTVXlNbUp5YjJ0bGJpVXlNaVV5UXlVeU1uQnZhVzUwY3lVeU1pVXpRU1UxUWlVM1FpVXlNbmdsTWpJbE0wRTFORGN1TlRBNE1EWTBPRE15T0RrNU5TVXlReVV5TW5rbE1qSWxNMEUxTURVdU56RTBNamcxTnpFME1qZzFOamNsTjBRbE1rTWxOMElsTWpKNEpUSXlKVE5CTlRRM0xqVXdOelE1TXpRd05ETXlPQ1V5UXlVeU1ua2xNaklsTTBFMU1EVXVOekUwTWpnMU56RTBNamcxTmpjbE4wUWxOVVFsTWtNbE1qSnNiMk5yWldRbE1qSWxNMEZtWVd4elpTVXlReVV5TW1SaGRHRkJkSFJ5YVdKMWRHVnpKVEl5SlROQkpUVkNKVFZFSlRKREpUSXljSEp2Y0hNbE1qSWxNMEVsTjBJbE1qSjZhVzVrWlhnbE1qSWxNMEV5TXlVM1JDVXlReVV5TW14cGJtVlRkSGxzWlNVeU1pVXpRU1UzUWlVeU1teHBibVZYYVdSMGFDVXlNaVV6UVRFdU5TVXlReVV5TW14cGJtVkRiMnh2Y2lVeU1pVXpRU1V5TWprM0pUSkRPVGNsTWtNNU55VXlNaVUzUkNVeVF5VXlNbVp5YjIwbE1qSWxNMEVsTjBJbE1qSjRKVEl5SlROQk5UUTNMalV3T0RBMk5EZ3pNamc1T1RVbE1rTWxNako1SlRJeUpUTkJORGt4TGpJeE5ESTROVGN4TkRJNE5UVWxNa01sTWpKaGJtZHNaU1V5TWlVelFUUXVOekV5TXpnNE9UZ3dNemcwTmprbE1rTWxNakpwWkNVeU1pVXpRU1V5TWxWSGFGQlJlRmxvYld3ek56RTNORGNsTWpJbE4wUWxNa01sTWpKMGJ5VXlNaVV6UVNVM1FpVXlNbWxrSlRJeUpUTkJKVEl5UTFKWlIyaHhUR2xKVXpNMU56TXlPU1V5TWlVeVF5VXlNbmdsTWpJbE0wRTFORGN1TlRBM05Ea3pOREEwTXpJNEpUSkRKVEl5ZVNVeU1pVXpRVFV5TUM0eU1UUXlPRFUzTVRReU9EVTRKVEpESlRJeVlXNW5iR1VsTWpJbE0wRXhMalUzTURjNU5qTXlOamM1TkRnNU55VTNSQ1V5UXlVeU1uUmxlSFJDYkc5amF5VXlNaVV6UVNVMVFpVTFSQ1V5UXlVeU1tWnZiblJUZEhsc1pTVXlNaVV6UVNVM1FpVXlNbVp2Ym5SR1lXMXBiSGtsTWpJbE0wRWxNakpCY21saGJDVXlNaVV5UXlVeU1uTnBlbVVsTWpJbE0wRXhOQ1UzUkNVM1JDVXlReVV5TWsxa1kzVnRWRlZ2WVhFeE1USXlNamdsTWpJbE0wRWxOMElsTWpKcFpDVXlNaVV6UVNVeU1rMWtZM1Z0VkZWdllYRXhNVEl5TWpnbE1qSWxNa01sTWpKdVlXMWxKVEl5SlROQkpUSXliR2x1YTJWeUpUSXlKVEpESlRJeWRHVjRkQ1V5TWlVelFTVXlNaVV5TWlVeVF5VXlNbWR5YjNWd0pUSXlKVE5CSlRJeUpUSXlKVEpESlRJeWJHbHVhMlZ5Vkhsd1pTVXlNaVV6UVNVeU1tSnliMnRsYmlVeU1pVXlReVV5TW5CdmFXNTBjeVV5TWlVelFTVTFRaVUzUWlVeU1uZ2xNaklsTTBFMU5EY3VOVEEzTkRrek5EQTBNekk0SlRKREpUSXllU1V5TWlVelFUWTJNQzQyTkRNd01EQXdNREF3TURBekpUZEVKVEpESlRkQ0pUSXllQ1V5TWlVelFUVTBOeTQxTURjME9UTTBNRFF6TWpnbE1rTWxNako1SlRJeUpUTkJOall3TGpZME16QXdNREF3TURBd01ETWxOMFFsTlVRbE1rTWxNakpzYjJOclpXUWxNaklsTTBGbVlXeHpaU1V5UXlVeU1tUmhkR0ZCZEhSeWFXSjFkR1Z6SlRJeUpUTkJKVFZDSlRWRUpUSkRKVEl5Y0hKdmNITWxNaklsTTBFbE4wSWxNako2YVc1a1pYZ2xNaklsTTBFeU5DVTNSQ1V5UXlVeU1teHBibVZUZEhsc1pTVXlNaVV6UVNVM1FpVXlNbXhwYm1WWGFXUjBhQ1V5TWlVelFURXVOU1V5UXlVeU1teHBibVZEYjJ4dmNpVXlNaVV6UVNVeU1qazNKVEpET1RjbE1rTTVOeVV5TWlVM1JDVXlReVV5TW1aeWIyMGxNaklsTTBFbE4wSWxNako0SlRJeUpUTkJOVFEzTGpVd056UTVNelF3TkRNeU9DVXlReVV5TW5rbE1qSWxNMEUyTkRFdU5UQXdNamcxTnpFME1qZzJNU1V5UXlVeU1tRnVaMnhsSlRJeUpUTkJOQzQzTVRJek9EZzVPREF6T0RRMk9TVXlReVV5TW1sa0pUSXlKVE5CSlRJeVExSlpSMmh4VEdsSlV6TTFOek15T1NVeU1pVTNSQ1V5UXlVeU1uUnZKVEl5SlROQkpUZENKVEl5YVdRbE1qSWxNMEVsTWpKb2VVaFlRM050Y1V0aU1qVTNORGd4SlRJeUpUSkRKVEl5ZUNVeU1pVXpRVFUwTnk0MU1EYzBPVE0wTURRek1qZ2xNa01sTWpKNUpUSXlKVE5CTmpjNUxqYzROVGN4TkRJNE5UY3hORFFsTWtNbE1qSmhibWRzWlNVeU1pVXpRVEV1TlRjd056azJNekkyTnprME9EazNKVGRFSlRKREpUSXlkR1Y0ZEVKc2IyTnJKVEl5SlROQkpUVkNKVFZFSlRKREpUSXlabTl1ZEZOMGVXeGxKVEl5SlROQkpUZENKVEl5Wm05dWRFWmhiV2xzZVNVeU1pVXpRU1V5TWtGeWFXRnNKVEl5SlRKREpUSXljMmw2WlNVeU1pVXpRVEUwSlRkRUpUZEVKVEpESlRJeVZYZDRVMmhOZVcxaFFUWTBOek13TlNVeU1pVXpRU1UzUWlVeU1tbGtKVEl5SlROQkpUSXlWWGQ0VTJoTmVXMWhRVFkwTnpNd05TVXlNaVV5UXlVeU1tNWhiV1VsTWpJbE0wRWxNakpzYVc1clpYSWxNaklsTWtNbE1qSjBaWGgwSlRJeUpUTkJKVEl5SlRJeUpUSkRKVEl5WjNKdmRYQWxNaklsTTBFbE1qSWxNaklsTWtNbE1qSnNhVzVyWlhKVWVYQmxKVEl5SlROQkpUSXlZbkp2YTJWdUpUSXlKVEpESlRJeWNHOXBiblJ6SlRJeUpUTkJKVFZDSlRkQ0pUSXllQ1V5TWlVelFUUTFNeTR6T0RBNU16YzRORGczTnpJMEpUSkRKVEl5ZVNVeU1pVXpRVE01Tnk0ME1qZzFOekUwTWpnMU56RXpNeVUzUkNVeVF5VTNRaVV5TW5nbE1qSWxNMEUxTkRjdU5UQTNPVEl4T1RjMU56VTJOaVV5UXlVeU1ua2xNaklsTTBFek9UY3VOREk0TlRjeE5ESTROVGN4TXpNbE4wUWxOVVFsTWtNbE1qSnNiMk5yWldRbE1qSWxNMEZtWVd4elpTVXlReVV5TW1SaGRHRkJkSFJ5YVdKMWRHVnpKVEl5SlROQkpUVkNKVFZFSlRKREpUSXljSEp2Y0hNbE1qSWxNMEVsTjBJbE1qSjZhVzVrWlhnbE1qSWxNMEV5TmlVM1JDVXlReVV5TW14cGJtVlRkSGxzWlNVeU1pVXpRU1UzUWlVeU1teHBibVZYYVdSMGFDVXlNaVV6UVRFdU5TVXlReVV5TW14cGJtVkRiMnh2Y2lVeU1pVXpRU1V5TWprM0pUSkRPVGNsTWtNNU55VXlNaVUzUkNVeVF5VXlNbVp5YjIwbE1qSWxNMEVsTjBJbE1qSjRKVEl5SlROQk5EVXpMak00TURrek56ZzBPRGMzTWpRbE1rTWxNako1SlRJeUpUTkJNelUzTGpZME1qZzFOekUwTWpnMU55VXlReVV5TW1GdVoyeGxKVEl5SlROQk5DNDNNVEl6T0RnNU9EQXpPRFEyT1NVeVF5VXlNbWxrSlRJeUpUTkJKVEl5V0ZCV1MxbEZjRzlVV2pNeU1UUTNOU1V5TWlVM1JDVXlReVV5TW5SdkpUSXlKVE5CSlRkQ0pUSXlhV1FsTWpJbE0wRWxNakpWUjJoUVVYaFphRzFzTXpjeE56UTNKVEl5SlRKREpUSXllQ1V5TWlVelFUVTBOeTQxTURjNU1qRTVOelUzTlRZMkpUSkRKVEl5ZVNVeU1pVXpRVFF6Tnk0eU1UUXlPRFUzTVRReU9EVTJKVEpESlRJeVlXNW5iR1VsTWpJbE0wRXhMalUzTURjNU5qTXlOamM1TkRnNU55VTNSQ1V5UXlVeU1uUmxlSFJDYkc5amF5VXlNaVV6UVNVMVFpVTFSQ1V5UXlVeU1tWnZiblJUZEhsc1pTVXlNaVV6UVNVM1FpVXlNbVp2Ym5SR1lXMXBiSGtsTWpJbE0wRWxNakpCY21saGJDVXlNaVV5UXlVeU1uTnBlbVVsTWpJbE0wRXhOQ1UzUkNVM1JDVXlReVV5TWxwVVNtcFRaa2hqWWsweU9EUTBPRFVsTWpJbE0wRWxOMElsTWpKcFpDVXlNaVV6UVNVeU1scFVTbXBUWmtoallrMHlPRFEwT0RVbE1qSWxNa01sTWpKdVlXMWxKVEl5SlROQkpUSXliR2x1YTJWeUpUSXlKVEpESlRJeWRHVjRkQ1V5TWlVelFTVXlNaVV5TWlVeVF5VXlNbWR5YjNWd0pUSXlKVE5CSlRJeUpUSXlKVEpESlRJeWJHbHVhMlZ5Vkhsd1pTVXlNaVV6UVNVeU1tSnliMnRsYmlVeU1pVXlReVV5TW5CdmFXNTBjeVV5TWlVelFTVTFRaVUzUWlVeU1uZ2xNaklsTTBFM01ESXVNak00TURnd056QTFPVEUxTWlVeVF5VXlNbmtsTWpJbE0wRTFPREF1T0RVM01qZzFOekUwTWpnMkpUZEVKVFZFSlRKREpUSXliRzlqYTJWa0pUSXlKVE5CWm1Gc2MyVWxNa01sTWpKa1lYUmhRWFIwY21saWRYUmxjeVV5TWlVelFTVTFRaVUxUkNVeVF5VXlNbkJ5YjNCekpUSXlKVE5CSlRkQ0pUSXllbWx1WkdWNEpUSXlKVE5CTWpjbE4wUWxNa01sTWpKc2FXNWxVM1I1YkdVbE1qSWxNMEVsTjBJbE1qSnNhVzVsVjJsa2RHZ2xNaklsTTBFeExqVWxNa01sTWpKc2FXNWxRMjlzYjNJbE1qSWxNMEVsTWpJNU55VXlRemszSlRKRE9UY2xNaklsTjBRbE1rTWxNakptY205dEpUSXlKVE5CSlRkQ0pUSXllQ1V5TWlVelFUY3dNaTR5TXpnd09EQTNNRFU1TVRVeUpUSkRKVEl5ZVNVeU1pVXpRVEkxTnk0ek5UY3hOREk0TlRjeE5ESTFOU1V5UXlVeU1tRnVaMnhsSlRJeUpUTkJOQzQzTVRJek9EZzVPREF6T0RRMk9TVXlReVV5TW1sa0pUSXlKVE5CSlRJeVEzSkNZbEJaWTNCU1dqWTBOVFl4TlNVeU1pVTNSQ1V5UXlVeU1uUnZKVEl5SlROQkpUZENKVEl5YVdRbE1qSWxNMEVsTWpKRFVsbEhhSEZNYVVsVE16VTNNekk1SlRJeUpUSkRKVEl5ZUNVeU1pVXpRVFkxTlM0d056azBPVE0wTURRek1qZ2xNa01sTWpKNUpUSXlKVE5CTlRnd0xqZzFOekk0TlRjeE5ESTROaVV5UXlVeU1tRnVaMnhsSlRJeUpUTkJNeTR4TkRFMU9USTJOVE0xT0RrM09UTTJKVGRFSlRKREpUSXlkR1Y0ZEVKc2IyTnJKVEl5SlROQkpUVkNKVFZFSlRKREpUSXlabTl1ZEZOMGVXeGxKVEl5SlROQkpUZENKVEl5Wm05dWRFWmhiV2xzZVNVeU1pVXpRU1V5TWtGeWFXRnNKVEl5SlRKREpUSXljMmw2WlNVeU1pVXpRVEUwSlRkRUpUZEVKVEpESlRJeWFrSldUMEpFY1VWSGVURXlOREkyTVNVeU1pVXpRU1UzUWlVeU1tbGtKVEl5SlROQkpUSXlha0pXVDBKRWNVVkhlVEV5TkRJMk1TVXlNaVV5UXlVeU1tNWhiV1VsTWpJbE0wRWxNakpzYVc1clpYSWxNaklsTWtNbE1qSjBaWGgwSlRJeUpUTkJKVEl5SlRJeUpUSkRKVEl5WjNKdmRYQWxNaklsTTBFbE1qSWxNaklsTWtNbE1qSnNhVzVyWlhKVWVYQmxKVEl5SlROQkpUSXlZbkp2YTJWdUpUSXlKVEpESlRJeWNHOXBiblJ6SlRJeUpUTkJKVFZDSlRkQ0pUSXllQ1V5TWlVelFUUXdPUzQxTXprMU1EWTNPVEEwTURNMUpUSkRKVEl5ZVNVeU1pVXpRVFEyTlM0eE5ESTBNamcxTnpFME1qZzBOeVUzUkNVeVF5VTNRaVV5TW5nbE1qSWxNMEUwTURrdU5UTTVOVEEyTnprd05EQXpOU1V5UXlVeU1ua2xNaklsTTBFME5qUXVNakUwTWpnMU56RTBNamcxTmlVM1JDVTFSQ1V5UXlVeU1teHZZMnRsWkNVeU1pVXpRV1poYkhObEpUSkRKVEl5WkdGMFlVRjBkSEpwWW5WMFpYTWxNaklsTTBFbE5VSWxOVVFsTWtNbE1qSndjbTl3Y3lVeU1pVXpRU1UzUWlVeU1ucHBibVJsZUNVeU1pVXpRVEk0SlRkRUpUSkRKVEl5YkdsdVpWTjBlV3hsSlRJeUpUTkJKVGRDSlRJeWJHbHVaVmRwWkhSb0pUSXlKVE5CTVM0MUpUSkRKVEl5YkdsdVpVTnZiRzl5SlRJeUpUTkJKVEl5T1RjbE1rTTVOeVV5UXprM0pUSXlKVGRFSlRKREpUSXlabkp2YlNVeU1pVXpRU1UzUWlVeU1uZ2xNaklsTTBFek9ESXVOekV6T1RRNE56UTNPVEEzTXpVbE1rTWxNako1SlRJeUpUTkJORFkxTGpFME1qUXlPRFUzTVRReU9EUTNKVEpESlRJeVlXNW5iR1VsTWpJbE0wRXpMakUwTVRVNU1qWTFNelU0T1RjNU16WWxNa01sTWpKcFpDVXlNaVV6UVNVeU1sTjBZbk5WYzFKVlJVc3lPVGMxTnpRbE1qSWxOMFFsTWtNbE1qSjBieVV5TWlVelFTVTNRaVV5TW1sa0pUSXlKVE5CSlRJeVZVZG9VRkY0V1dodGJETTNNVGMwTnlVeU1pVXlReVV5TW5nbE1qSWxNMEUwTXpZdU16WTFNRFkwT0RNeU9EazVOak1sTWtNbE1qSjVKVEl5SlROQk5EWTBMakl4TkRJNE5UY3hOREk0TlRZbE1rTWxNakpoYm1kc1pTVXlNaVV6UVRBbE4wUWxNa01sTWpKMFpYaDBRbXh2WTJzbE1qSWxNMEVsTlVJbE5VUWxOMFFsTjBRbE1rTWxNakpqYjIxdFpXNTBjeVV5TWlVelFTVTFRaVUxUkNVeVF5VXlNbkJzZFdkcGJuTWxNaklsTTBFbE4wSWxOMFFsTWtNbE1qSmhhVU52Ym5SaGFXNWxjbk1sTWpJbE0wRWxOMElsTjBRbE1rTWxNakpwYm5ObGNuUlFZV2RsVDNCMGN5VXlNaVV6UVNVM1FpVTNSQ1V5UXlVeU1uQnZjM1JRWVhsdFpXNTBKVEl5SlROQkpUZENKVGRFSlRKREpUSXlkR2hsYldVbE1qSWxNMEVsTjBJbE1qSndZV2RsSlRJeUpUTkJKVGRDSlRJeVltRmphMmR5YjNWdVpFTnZiRzl5SlRJeUpUTkJKVEl5ZEhKaGJuTndZWEpsYm5RbE1qSWxOMFFsTjBRbE4wUT0iLAoJIkZpbGVJZCIgOiAiNmY1ZGM3MzktNDczMy00ZTAwLWEyYWItZWYwODk0Mzc0NTUxIgp9Cg=="/>
    </extobj>
  </extobjs>
</s:customData>
</file>

<file path=customXml/itemProps69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Carina</cp:lastModifiedBy>
  <cp:revision>157</cp:revision>
  <dcterms:created xsi:type="dcterms:W3CDTF">2019-06-19T02:08:00Z</dcterms:created>
  <dcterms:modified xsi:type="dcterms:W3CDTF">2026-07-08T18:07:27Z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4DD29D3B4FF740FE8626CC5A5A8F88D9_11</vt:lpwstr>
  </property>
</Properties>
</file>